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4"/>
    <p:sldMasterId id="2147483660" r:id="rId5"/>
  </p:sldMasterIdLst>
  <p:notesMasterIdLst>
    <p:notesMasterId r:id="rId14"/>
  </p:notesMasterIdLst>
  <p:sldIdLst>
    <p:sldId id="2147375635" r:id="rId6"/>
    <p:sldId id="2147482267" r:id="rId7"/>
    <p:sldId id="2147482343" r:id="rId8"/>
    <p:sldId id="2147482379" r:id="rId9"/>
    <p:sldId id="2147482344" r:id="rId10"/>
    <p:sldId id="2147482341" r:id="rId11"/>
    <p:sldId id="2147375833" r:id="rId13"/>
  </p:sldIdLst>
  <p:sldSz cx="12192000" cy="6858000"/>
  <p:notesSz cx="6807200" cy="9939338"/>
  <p:embeddedFontLst>
    <p:embeddedFont>
      <p:font typeface="Century Gothic" panose="020B0502020202020204" pitchFamily="34" charset="0"/>
      <p:regular r:id="rId15"/>
      <p:bold r:id="rId16"/>
      <p:italic r:id="rId17"/>
      <p:boldItalic r:id="rId18"/>
    </p:embeddedFont>
    <p:embeddedFont>
      <p:font typeface="Montserrat ExtraBold" panose="00000900000000000000" pitchFamily="2" charset="0"/>
      <p:bold r:id="rId19"/>
    </p:embeddedFont>
    <p:embeddedFont>
      <p:font typeface="Neue Haas Grotesk Text Pro" panose="020B0504020202020204" pitchFamily="34" charset="0"/>
      <p:regular r:id="rId20"/>
      <p:bold r:id="rId21"/>
      <p:italic r:id="rId22"/>
      <p:boldItalic r:id="rId23"/>
    </p:embeddedFont>
    <p:embeddedFont>
      <p:font typeface="Oswald" panose="00000500000000000000" pitchFamily="2" charset="0"/>
      <p:regular r:id="rId24"/>
    </p:embeddedFont>
    <p:embeddedFont>
      <p:font typeface="Tahoma" panose="020B0604030504040204" pitchFamily="3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70" userDrawn="1">
          <p15:clr>
            <a:srgbClr val="747775"/>
          </p15:clr>
        </p15:guide>
        <p15:guide id="2" orient="horz" pos="4248" userDrawn="1">
          <p15:clr>
            <a:srgbClr val="747775"/>
          </p15:clr>
        </p15:guide>
        <p15:guide id="3" orient="horz" pos="169" userDrawn="1">
          <p15:clr>
            <a:srgbClr val="747775"/>
          </p15:clr>
        </p15:guide>
        <p15:guide id="4" pos="3636" userDrawn="1">
          <p15:clr>
            <a:srgbClr val="A4A3A4"/>
          </p15:clr>
        </p15:guide>
        <p15:guide id="5" orient="horz" pos="2448" userDrawn="1">
          <p15:clr>
            <a:srgbClr val="747775"/>
          </p15:clr>
        </p15:guide>
        <p15:guide id="6" orient="horz" pos="1434" userDrawn="1">
          <p15:clr>
            <a:srgbClr val="747775"/>
          </p15:clr>
        </p15:guide>
        <p15:guide id="7" orient="horz" pos="2409" userDrawn="1">
          <p15:clr>
            <a:srgbClr val="747775"/>
          </p15:clr>
        </p15:guide>
        <p15:guide id="8" orient="horz" pos="1480" userDrawn="1">
          <p15:clr>
            <a:srgbClr val="747775"/>
          </p15:clr>
        </p15:guide>
        <p15:guide id="9" pos="5654" userDrawn="1">
          <p15:clr>
            <a:srgbClr val="A4A3A4"/>
          </p15:clr>
        </p15:guide>
        <p15:guide id="10" pos="3681" userDrawn="1">
          <p15:clr>
            <a:srgbClr val="A4A3A4"/>
          </p15:clr>
        </p15:guide>
        <p15:guide id="11" pos="5722" userDrawn="1">
          <p15:clr>
            <a:srgbClr val="A4A3A4"/>
          </p15:clr>
        </p15:guide>
        <p15:guide id="12" pos="7605" userDrawn="1">
          <p15:clr>
            <a:srgbClr val="A4A3A4"/>
          </p15:clr>
        </p15:guide>
        <p15:guide id="13" orient="horz" pos="3453" userDrawn="1">
          <p15:clr>
            <a:srgbClr val="747775"/>
          </p15:clr>
        </p15:guide>
        <p15:guide id="14" orient="horz" pos="3504" userDrawn="1">
          <p15:clr>
            <a:srgbClr val="747775"/>
          </p15:clr>
        </p15:guide>
        <p15:guide id="15" orient="horz" pos="504" userDrawn="1">
          <p15:clr>
            <a:srgbClr val="747775"/>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153" roundtripDataSignature="AMtx7mgOMx2dc8QnO6qKuqCwTtbckl3R4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CFE508-E49A-DBEE-3BFF-7309F3189719}" name="Abdi Nagara" initials="AN" userId="S::abdi.nagara@pu.go.id::c35666a8-8ad7-496c-afa3-c30a4e22dcb4" providerId="AD"/>
  <p188:author id="{A1F3CC26-443D-D498-8971-98272C1368D7}" name="Abdul Hakam" initials="AH" userId="S::hakam75@pu.go.id::3bcddf72-632a-498e-bdce-c74d30fc40c3" providerId="AD"/>
  <p188:author id="{210FF055-FA97-643D-AF10-EBB803C3D61D}" name="Muhamad Adryan Arif Farrosi" initials="MF" userId="S::muhamad.adryan@pu.go.id::8b7fb78b-865a-42a8-bdc9-0bd78768c7ce" providerId="AD"/>
  <p188:author id="{951FFF58-E5B4-9730-75A6-06501EADCACF}" name="Sherli Pramudhita Hapsari" initials="" userId="S::sherlipramudhita@pu.go.id::20a66b21-ada8-4aef-a9f4-225186022559" providerId="AD"/>
  <p188:author id="{3967D17D-01FA-E508-C7D2-237BBED8C347}" name="Vicky Agustina" initials="" userId="S::vickyagustina@pu.go.id::4718109a-70f5-43e5-a99a-b304e80c6343" providerId="AD"/>
  <p188:author id="{FCD49782-EEC4-5E86-3D58-3C7DD9E7511D}" name="M Ikhsan maulana" initials="M" userId="S::m.maulana@pu.go.id::16b4e4af-58e8-48fe-a7fe-5669703ca07d" providerId="AD"/>
  <p188:author id="{3F84E995-A06E-D6FB-D4BF-F3906D881B7F}" name="Ryngga Dedy Andyka, S.Ars" initials="" userId="S::rynggadedyandyka@pu.go.id::d875bf08-17e0-4d62-a162-be065959ee2e" providerId="AD"/>
  <p188:author id="{405316AD-B0AC-9471-A62F-70FC0F2EF192}" name="Muarif -" initials="M-" userId="S::muarif@pu.go.id::83f065ed-0820-41b1-b532-37493ff0b0af" providerId="AD"/>
  <p188:author id="{BD670CC9-C5C2-410B-A15F-7A47DDC611BA}" name="Teuku Zaqirul Haq" initials="TH" userId="S::teuku.zaqirul@pu.go.id::ba2e54e6-2541-4b76-a415-1d835fa90bc6" providerId="AD"/>
  <p188:author id="{627888CA-8BFF-D82F-CEDE-46D034B72DB1}" name="Dian Puspita Sari" initials="DS" userId="S::dianpuspitsari@pu.go.id::b7c5cb1d-e4e4-4b0d-8d48-94c92fc62a0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1D1D1"/>
    <a:srgbClr val="104862"/>
    <a:srgbClr val="F2F2F2"/>
    <a:srgbClr val="D9D9D9"/>
    <a:srgbClr val="104E87"/>
    <a:srgbClr val="1B71C2"/>
    <a:srgbClr val="227ACB"/>
    <a:srgbClr val="E0A5A5"/>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985822-C5EA-E68E-6C9A-D65B93A6A011}" v="4" dt="2026-08-19T07:14:50.923"/>
  </p1510:revLst>
</p1510:revInfo>
</file>

<file path=ppt/tableStyles.xml><?xml version="1.0" encoding="utf-8"?>
<a:tblStyleLst xmlns:a="http://schemas.openxmlformats.org/drawingml/2006/main" def="{1F019A61-2D70-44EC-9C48-FB8565DA8C62}">
  <a:tblStyle styleId="{1F019A61-2D70-44EC-9C48-FB8565DA8C62}"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463C81D-A994-45B0-AF55-7963764D742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6" y="72"/>
      </p:cViewPr>
      <p:guideLst>
        <p:guide orient="horz" pos="170"/>
        <p:guide orient="horz" pos="4248"/>
        <p:guide orient="horz" pos="169"/>
        <p:guide pos="3636"/>
        <p:guide orient="horz" pos="2448"/>
        <p:guide orient="horz" pos="1434"/>
        <p:guide orient="horz" pos="2409"/>
        <p:guide orient="horz" pos="1480"/>
        <p:guide pos="5654"/>
        <p:guide pos="3681"/>
        <p:guide pos="5722"/>
        <p:guide pos="7605"/>
        <p:guide orient="horz" pos="3453"/>
        <p:guide orient="horz" pos="3504"/>
        <p:guide orient="horz" pos="504"/>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8.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customXml" Target="../customXml/item3.xml"/><Relationship Id="rId21" Type="http://schemas.openxmlformats.org/officeDocument/2006/relationships/font" Target="fonts/font7.fntdata"/><Relationship Id="rId154" Type="http://schemas.openxmlformats.org/officeDocument/2006/relationships/presProps" Target="presProps.xml"/><Relationship Id="rId159" Type="http://schemas.microsoft.com/office/2015/10/relationships/revisionInfo" Target="revisionInfo.xml"/><Relationship Id="rId7" Type="http://schemas.openxmlformats.org/officeDocument/2006/relationships/slide" Target="slides/slide2.xml"/><Relationship Id="rId17" Type="http://schemas.openxmlformats.org/officeDocument/2006/relationships/font" Target="fonts/font3.fntdata"/><Relationship Id="rId25" Type="http://schemas.openxmlformats.org/officeDocument/2006/relationships/font" Target="fonts/font11.fntdata"/><Relationship Id="rId15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153"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10.fntdata"/><Relationship Id="rId15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font" Target="fonts/font1.fntdata"/><Relationship Id="rId23" Type="http://schemas.openxmlformats.org/officeDocument/2006/relationships/font" Target="fonts/font9.fntdata"/><Relationship Id="rId160" Type="http://schemas.microsoft.com/office/2018/10/relationships/authors" Target="authors.xml"/><Relationship Id="rId10" Type="http://schemas.openxmlformats.org/officeDocument/2006/relationships/slide" Target="slides/slide5.xml"/><Relationship Id="rId19" Type="http://schemas.openxmlformats.org/officeDocument/2006/relationships/font" Target="fonts/font5.fntdata"/><Relationship Id="rId15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 Id="rId22" Type="http://schemas.openxmlformats.org/officeDocument/2006/relationships/font" Target="fonts/font8.fntdata"/><Relationship Id="rId8" Type="http://schemas.openxmlformats.org/officeDocument/2006/relationships/slide" Target="slides/slide3.xml"/><Relationship Id="rId15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la Zulfa Ruknia" userId="S::amilazulfa@pu.go.id::3bb94dfc-2b0f-4ea9-abc2-2472615396c8" providerId="AD" clId="Web-{CD16DED5-677B-6417-3175-D66CDDBDA05F}"/>
    <pc:docChg chg="modSld">
      <pc:chgData name="Amila Zulfa Ruknia" userId="S::amilazulfa@pu.go.id::3bb94dfc-2b0f-4ea9-abc2-2472615396c8" providerId="AD" clId="Web-{CD16DED5-677B-6417-3175-D66CDDBDA05F}" dt="2026-08-05T02:31:00.906" v="43"/>
      <pc:docMkLst>
        <pc:docMk/>
      </pc:docMkLst>
      <pc:sldChg chg="modSp">
        <pc:chgData name="Amila Zulfa Ruknia" userId="S::amilazulfa@pu.go.id::3bb94dfc-2b0f-4ea9-abc2-2472615396c8" providerId="AD" clId="Web-{CD16DED5-677B-6417-3175-D66CDDBDA05F}" dt="2026-08-05T02:31:00.906" v="43"/>
        <pc:sldMkLst>
          <pc:docMk/>
          <pc:sldMk cId="2567665115" sldId="2147482340"/>
        </pc:sldMkLst>
        <pc:graphicFrameChg chg="mod modGraphic">
          <ac:chgData name="Amila Zulfa Ruknia" userId="S::amilazulfa@pu.go.id::3bb94dfc-2b0f-4ea9-abc2-2472615396c8" providerId="AD" clId="Web-{CD16DED5-677B-6417-3175-D66CDDBDA05F}" dt="2026-08-05T01:52:09.724" v="17"/>
          <ac:graphicFrameMkLst>
            <pc:docMk/>
            <pc:sldMk cId="2567665115" sldId="2147482340"/>
            <ac:graphicFrameMk id="3" creationId="{FEE78C53-0782-D113-78BB-71FFA30FD828}"/>
          </ac:graphicFrameMkLst>
        </pc:graphicFrameChg>
        <pc:graphicFrameChg chg="mod modGraphic">
          <ac:chgData name="Amila Zulfa Ruknia" userId="S::amilazulfa@pu.go.id::3bb94dfc-2b0f-4ea9-abc2-2472615396c8" providerId="AD" clId="Web-{CD16DED5-677B-6417-3175-D66CDDBDA05F}" dt="2026-08-05T02:31:00.906" v="43"/>
          <ac:graphicFrameMkLst>
            <pc:docMk/>
            <pc:sldMk cId="2567665115" sldId="2147482340"/>
            <ac:graphicFrameMk id="27" creationId="{9E5DF3DA-FFD3-09F3-8C7D-69854E6CB36C}"/>
          </ac:graphicFrameMkLst>
        </pc:graphicFrameChg>
      </pc:sldChg>
      <pc:sldChg chg="modSp">
        <pc:chgData name="Amila Zulfa Ruknia" userId="S::amilazulfa@pu.go.id::3bb94dfc-2b0f-4ea9-abc2-2472615396c8" providerId="AD" clId="Web-{CD16DED5-677B-6417-3175-D66CDDBDA05F}" dt="2026-08-05T01:54:45.152" v="39" actId="20577"/>
        <pc:sldMkLst>
          <pc:docMk/>
          <pc:sldMk cId="2693573634" sldId="2147482343"/>
        </pc:sldMkLst>
        <pc:spChg chg="mod">
          <ac:chgData name="Amila Zulfa Ruknia" userId="S::amilazulfa@pu.go.id::3bb94dfc-2b0f-4ea9-abc2-2472615396c8" providerId="AD" clId="Web-{CD16DED5-677B-6417-3175-D66CDDBDA05F}" dt="2026-08-05T01:54:45.152" v="39" actId="20577"/>
          <ac:spMkLst>
            <pc:docMk/>
            <pc:sldMk cId="2693573634" sldId="2147482343"/>
            <ac:spMk id="28" creationId="{1770DE04-4DB2-61B8-AD4B-F83CBBC62A12}"/>
          </ac:spMkLst>
        </pc:spChg>
        <pc:spChg chg="mod">
          <ac:chgData name="Amila Zulfa Ruknia" userId="S::amilazulfa@pu.go.id::3bb94dfc-2b0f-4ea9-abc2-2472615396c8" providerId="AD" clId="Web-{CD16DED5-677B-6417-3175-D66CDDBDA05F}" dt="2026-08-05T01:53:38.868" v="19" actId="14100"/>
          <ac:spMkLst>
            <pc:docMk/>
            <pc:sldMk cId="2693573634" sldId="2147482343"/>
            <ac:spMk id="31" creationId="{C52FF49D-9C15-6ACC-68D4-20AAA4A41FBE}"/>
          </ac:spMkLst>
        </pc:spChg>
      </pc:sldChg>
    </pc:docChg>
  </pc:docChgLst>
  <pc:docChgLst>
    <pc:chgData name="Teuku Zaqirul Haq" userId="S::teuku.zaqirul@pu.go.id::ba2e54e6-2541-4b76-a415-1d835fa90bc6" providerId="AD" clId="Web-{EE714444-ED52-0EDC-202C-CF241E44BECB}"/>
    <pc:docChg chg="addSld delSld modSld">
      <pc:chgData name="Teuku Zaqirul Haq" userId="S::teuku.zaqirul@pu.go.id::ba2e54e6-2541-4b76-a415-1d835fa90bc6" providerId="AD" clId="Web-{EE714444-ED52-0EDC-202C-CF241E44BECB}" dt="2026-07-27T03:45:31.899" v="138"/>
      <pc:docMkLst>
        <pc:docMk/>
      </pc:docMkLst>
      <pc:sldChg chg="modSp">
        <pc:chgData name="Teuku Zaqirul Haq" userId="S::teuku.zaqirul@pu.go.id::ba2e54e6-2541-4b76-a415-1d835fa90bc6" providerId="AD" clId="Web-{EE714444-ED52-0EDC-202C-CF241E44BECB}" dt="2026-07-27T03:41:02.216" v="20" actId="20577"/>
        <pc:sldMkLst>
          <pc:docMk/>
          <pc:sldMk cId="2478299035" sldId="2147375635"/>
        </pc:sldMkLst>
        <pc:spChg chg="mod">
          <ac:chgData name="Teuku Zaqirul Haq" userId="S::teuku.zaqirul@pu.go.id::ba2e54e6-2541-4b76-a415-1d835fa90bc6" providerId="AD" clId="Web-{EE714444-ED52-0EDC-202C-CF241E44BECB}" dt="2026-07-27T03:41:02.216" v="20" actId="20577"/>
          <ac:spMkLst>
            <pc:docMk/>
            <pc:sldMk cId="2478299035" sldId="2147375635"/>
            <ac:spMk id="4" creationId="{7482CB17-EEC9-49D7-ADBC-D6122B0859C6}"/>
          </ac:spMkLst>
        </pc:spChg>
      </pc:sldChg>
      <pc:sldChg chg="del">
        <pc:chgData name="Teuku Zaqirul Haq" userId="S::teuku.zaqirul@pu.go.id::ba2e54e6-2541-4b76-a415-1d835fa90bc6" providerId="AD" clId="Web-{EE714444-ED52-0EDC-202C-CF241E44BECB}" dt="2026-07-27T03:42:25.094" v="36"/>
        <pc:sldMkLst>
          <pc:docMk/>
          <pc:sldMk cId="2753582737" sldId="2147482014"/>
        </pc:sldMkLst>
      </pc:sldChg>
      <pc:sldChg chg="del">
        <pc:chgData name="Teuku Zaqirul Haq" userId="S::teuku.zaqirul@pu.go.id::ba2e54e6-2541-4b76-a415-1d835fa90bc6" providerId="AD" clId="Web-{EE714444-ED52-0EDC-202C-CF241E44BECB}" dt="2026-07-27T03:42:41.767" v="57"/>
        <pc:sldMkLst>
          <pc:docMk/>
          <pc:sldMk cId="3657202079" sldId="2147482103"/>
        </pc:sldMkLst>
      </pc:sldChg>
      <pc:sldChg chg="addSp delSp modSp add del">
        <pc:chgData name="Teuku Zaqirul Haq" userId="S::teuku.zaqirul@pu.go.id::ba2e54e6-2541-4b76-a415-1d835fa90bc6" providerId="AD" clId="Web-{EE714444-ED52-0EDC-202C-CF241E44BECB}" dt="2026-07-27T03:45:31.899" v="138"/>
        <pc:sldMkLst>
          <pc:docMk/>
          <pc:sldMk cId="3773440904" sldId="2147482109"/>
        </pc:sldMkLst>
        <pc:graphicFrameChg chg="add del mod modGraphic">
          <ac:chgData name="Teuku Zaqirul Haq" userId="S::teuku.zaqirul@pu.go.id::ba2e54e6-2541-4b76-a415-1d835fa90bc6" providerId="AD" clId="Web-{EE714444-ED52-0EDC-202C-CF241E44BECB}" dt="2026-07-27T03:45:31.899" v="138"/>
          <ac:graphicFrameMkLst>
            <pc:docMk/>
            <pc:sldMk cId="3773440904" sldId="2147482109"/>
            <ac:graphicFrameMk id="3" creationId="{3C9F72AA-A4A1-C599-DD2C-98E3BFBA71BE}"/>
          </ac:graphicFrameMkLst>
        </pc:graphicFrameChg>
        <pc:graphicFrameChg chg="add mod modGraphic">
          <ac:chgData name="Teuku Zaqirul Haq" userId="S::teuku.zaqirul@pu.go.id::ba2e54e6-2541-4b76-a415-1d835fa90bc6" providerId="AD" clId="Web-{EE714444-ED52-0EDC-202C-CF241E44BECB}" dt="2026-07-27T03:41:39.327" v="26"/>
          <ac:graphicFrameMkLst>
            <pc:docMk/>
            <pc:sldMk cId="3773440904" sldId="2147482109"/>
            <ac:graphicFrameMk id="4" creationId="{48726F24-0A6E-9390-EE7D-40F055E8E161}"/>
          </ac:graphicFrameMkLst>
        </pc:graphicFrameChg>
      </pc:sldChg>
      <pc:sldChg chg="del">
        <pc:chgData name="Teuku Zaqirul Haq" userId="S::teuku.zaqirul@pu.go.id::ba2e54e6-2541-4b76-a415-1d835fa90bc6" providerId="AD" clId="Web-{EE714444-ED52-0EDC-202C-CF241E44BECB}" dt="2026-07-27T03:41:46.499" v="29"/>
        <pc:sldMkLst>
          <pc:docMk/>
          <pc:sldMk cId="2752126723" sldId="2147482110"/>
        </pc:sldMkLst>
      </pc:sldChg>
      <pc:sldChg chg="del">
        <pc:chgData name="Teuku Zaqirul Haq" userId="S::teuku.zaqirul@pu.go.id::ba2e54e6-2541-4b76-a415-1d835fa90bc6" providerId="AD" clId="Web-{EE714444-ED52-0EDC-202C-CF241E44BECB}" dt="2026-07-27T03:42:41.736" v="50"/>
        <pc:sldMkLst>
          <pc:docMk/>
          <pc:sldMk cId="595657919" sldId="2147482137"/>
        </pc:sldMkLst>
      </pc:sldChg>
      <pc:sldChg chg="del">
        <pc:chgData name="Teuku Zaqirul Haq" userId="S::teuku.zaqirul@pu.go.id::ba2e54e6-2541-4b76-a415-1d835fa90bc6" providerId="AD" clId="Web-{EE714444-ED52-0EDC-202C-CF241E44BECB}" dt="2026-07-27T03:42:41.689" v="44"/>
        <pc:sldMkLst>
          <pc:docMk/>
          <pc:sldMk cId="1740647179" sldId="2147482251"/>
        </pc:sldMkLst>
      </pc:sldChg>
      <pc:sldChg chg="del">
        <pc:chgData name="Teuku Zaqirul Haq" userId="S::teuku.zaqirul@pu.go.id::ba2e54e6-2541-4b76-a415-1d835fa90bc6" providerId="AD" clId="Web-{EE714444-ED52-0EDC-202C-CF241E44BECB}" dt="2026-07-27T03:42:41.767" v="56"/>
        <pc:sldMkLst>
          <pc:docMk/>
          <pc:sldMk cId="2015866180" sldId="2147482252"/>
        </pc:sldMkLst>
      </pc:sldChg>
      <pc:sldChg chg="del">
        <pc:chgData name="Teuku Zaqirul Haq" userId="S::teuku.zaqirul@pu.go.id::ba2e54e6-2541-4b76-a415-1d835fa90bc6" providerId="AD" clId="Web-{EE714444-ED52-0EDC-202C-CF241E44BECB}" dt="2026-07-27T03:42:41.751" v="55"/>
        <pc:sldMkLst>
          <pc:docMk/>
          <pc:sldMk cId="2404489694" sldId="2147482253"/>
        </pc:sldMkLst>
      </pc:sldChg>
      <pc:sldChg chg="del">
        <pc:chgData name="Teuku Zaqirul Haq" userId="S::teuku.zaqirul@pu.go.id::ba2e54e6-2541-4b76-a415-1d835fa90bc6" providerId="AD" clId="Web-{EE714444-ED52-0EDC-202C-CF241E44BECB}" dt="2026-07-27T03:42:41.751" v="54"/>
        <pc:sldMkLst>
          <pc:docMk/>
          <pc:sldMk cId="1749813995" sldId="2147482258"/>
        </pc:sldMkLst>
      </pc:sldChg>
      <pc:sldChg chg="del">
        <pc:chgData name="Teuku Zaqirul Haq" userId="S::teuku.zaqirul@pu.go.id::ba2e54e6-2541-4b76-a415-1d835fa90bc6" providerId="AD" clId="Web-{EE714444-ED52-0EDC-202C-CF241E44BECB}" dt="2026-07-27T03:42:41.751" v="53"/>
        <pc:sldMkLst>
          <pc:docMk/>
          <pc:sldMk cId="329334936" sldId="2147482259"/>
        </pc:sldMkLst>
      </pc:sldChg>
      <pc:sldChg chg="del">
        <pc:chgData name="Teuku Zaqirul Haq" userId="S::teuku.zaqirul@pu.go.id::ba2e54e6-2541-4b76-a415-1d835fa90bc6" providerId="AD" clId="Web-{EE714444-ED52-0EDC-202C-CF241E44BECB}" dt="2026-07-27T03:42:41.736" v="52"/>
        <pc:sldMkLst>
          <pc:docMk/>
          <pc:sldMk cId="2460836880" sldId="2147482260"/>
        </pc:sldMkLst>
      </pc:sldChg>
      <pc:sldChg chg="del">
        <pc:chgData name="Teuku Zaqirul Haq" userId="S::teuku.zaqirul@pu.go.id::ba2e54e6-2541-4b76-a415-1d835fa90bc6" providerId="AD" clId="Web-{EE714444-ED52-0EDC-202C-CF241E44BECB}" dt="2026-07-27T03:42:41.736" v="51"/>
        <pc:sldMkLst>
          <pc:docMk/>
          <pc:sldMk cId="3980569196" sldId="2147482261"/>
        </pc:sldMkLst>
      </pc:sldChg>
      <pc:sldChg chg="del">
        <pc:chgData name="Teuku Zaqirul Haq" userId="S::teuku.zaqirul@pu.go.id::ba2e54e6-2541-4b76-a415-1d835fa90bc6" providerId="AD" clId="Web-{EE714444-ED52-0EDC-202C-CF241E44BECB}" dt="2026-07-27T03:42:41.720" v="49"/>
        <pc:sldMkLst>
          <pc:docMk/>
          <pc:sldMk cId="2285382099" sldId="2147482262"/>
        </pc:sldMkLst>
      </pc:sldChg>
      <pc:sldChg chg="del">
        <pc:chgData name="Teuku Zaqirul Haq" userId="S::teuku.zaqirul@pu.go.id::ba2e54e6-2541-4b76-a415-1d835fa90bc6" providerId="AD" clId="Web-{EE714444-ED52-0EDC-202C-CF241E44BECB}" dt="2026-07-27T03:42:41.704" v="48"/>
        <pc:sldMkLst>
          <pc:docMk/>
          <pc:sldMk cId="1249218218" sldId="2147482263"/>
        </pc:sldMkLst>
      </pc:sldChg>
      <pc:sldChg chg="del">
        <pc:chgData name="Teuku Zaqirul Haq" userId="S::teuku.zaqirul@pu.go.id::ba2e54e6-2541-4b76-a415-1d835fa90bc6" providerId="AD" clId="Web-{EE714444-ED52-0EDC-202C-CF241E44BECB}" dt="2026-07-27T03:42:41.704" v="47"/>
        <pc:sldMkLst>
          <pc:docMk/>
          <pc:sldMk cId="3293411485" sldId="2147482264"/>
        </pc:sldMkLst>
      </pc:sldChg>
      <pc:sldChg chg="del">
        <pc:chgData name="Teuku Zaqirul Haq" userId="S::teuku.zaqirul@pu.go.id::ba2e54e6-2541-4b76-a415-1d835fa90bc6" providerId="AD" clId="Web-{EE714444-ED52-0EDC-202C-CF241E44BECB}" dt="2026-07-27T03:42:41.704" v="46"/>
        <pc:sldMkLst>
          <pc:docMk/>
          <pc:sldMk cId="1064339132" sldId="2147482265"/>
        </pc:sldMkLst>
      </pc:sldChg>
      <pc:sldChg chg="del">
        <pc:chgData name="Teuku Zaqirul Haq" userId="S::teuku.zaqirul@pu.go.id::ba2e54e6-2541-4b76-a415-1d835fa90bc6" providerId="AD" clId="Web-{EE714444-ED52-0EDC-202C-CF241E44BECB}" dt="2026-07-27T03:42:41.689" v="45"/>
        <pc:sldMkLst>
          <pc:docMk/>
          <pc:sldMk cId="848230499" sldId="2147482266"/>
        </pc:sldMkLst>
      </pc:sldChg>
      <pc:sldChg chg="del">
        <pc:chgData name="Teuku Zaqirul Haq" userId="S::teuku.zaqirul@pu.go.id::ba2e54e6-2541-4b76-a415-1d835fa90bc6" providerId="AD" clId="Web-{EE714444-ED52-0EDC-202C-CF241E44BECB}" dt="2026-07-27T03:42:41.673" v="43"/>
        <pc:sldMkLst>
          <pc:docMk/>
          <pc:sldMk cId="2689837506" sldId="2147482269"/>
        </pc:sldMkLst>
      </pc:sldChg>
      <pc:sldChg chg="del">
        <pc:chgData name="Teuku Zaqirul Haq" userId="S::teuku.zaqirul@pu.go.id::ba2e54e6-2541-4b76-a415-1d835fa90bc6" providerId="AD" clId="Web-{EE714444-ED52-0EDC-202C-CF241E44BECB}" dt="2026-07-27T03:42:41.673" v="42"/>
        <pc:sldMkLst>
          <pc:docMk/>
          <pc:sldMk cId="315544749" sldId="2147482270"/>
        </pc:sldMkLst>
      </pc:sldChg>
      <pc:sldChg chg="del">
        <pc:chgData name="Teuku Zaqirul Haq" userId="S::teuku.zaqirul@pu.go.id::ba2e54e6-2541-4b76-a415-1d835fa90bc6" providerId="AD" clId="Web-{EE714444-ED52-0EDC-202C-CF241E44BECB}" dt="2026-07-27T03:42:41.673" v="41"/>
        <pc:sldMkLst>
          <pc:docMk/>
          <pc:sldMk cId="3450281107" sldId="2147482271"/>
        </pc:sldMkLst>
      </pc:sldChg>
      <pc:sldChg chg="del">
        <pc:chgData name="Teuku Zaqirul Haq" userId="S::teuku.zaqirul@pu.go.id::ba2e54e6-2541-4b76-a415-1d835fa90bc6" providerId="AD" clId="Web-{EE714444-ED52-0EDC-202C-CF241E44BECB}" dt="2026-07-27T03:42:41.673" v="40"/>
        <pc:sldMkLst>
          <pc:docMk/>
          <pc:sldMk cId="17320490" sldId="2147482272"/>
        </pc:sldMkLst>
      </pc:sldChg>
      <pc:sldChg chg="del">
        <pc:chgData name="Teuku Zaqirul Haq" userId="S::teuku.zaqirul@pu.go.id::ba2e54e6-2541-4b76-a415-1d835fa90bc6" providerId="AD" clId="Web-{EE714444-ED52-0EDC-202C-CF241E44BECB}" dt="2026-07-27T03:42:41.673" v="39"/>
        <pc:sldMkLst>
          <pc:docMk/>
          <pc:sldMk cId="3551367609" sldId="2147482273"/>
        </pc:sldMkLst>
      </pc:sldChg>
      <pc:sldChg chg="del">
        <pc:chgData name="Teuku Zaqirul Haq" userId="S::teuku.zaqirul@pu.go.id::ba2e54e6-2541-4b76-a415-1d835fa90bc6" providerId="AD" clId="Web-{EE714444-ED52-0EDC-202C-CF241E44BECB}" dt="2026-07-27T03:42:41.657" v="38"/>
        <pc:sldMkLst>
          <pc:docMk/>
          <pc:sldMk cId="1150432984" sldId="2147482275"/>
        </pc:sldMkLst>
      </pc:sldChg>
      <pc:sldChg chg="del">
        <pc:chgData name="Teuku Zaqirul Haq" userId="S::teuku.zaqirul@pu.go.id::ba2e54e6-2541-4b76-a415-1d835fa90bc6" providerId="AD" clId="Web-{EE714444-ED52-0EDC-202C-CF241E44BECB}" dt="2026-07-27T03:42:41.657" v="37"/>
        <pc:sldMkLst>
          <pc:docMk/>
          <pc:sldMk cId="250507124" sldId="2147482276"/>
        </pc:sldMkLst>
      </pc:sldChg>
      <pc:sldChg chg="add">
        <pc:chgData name="Teuku Zaqirul Haq" userId="S::teuku.zaqirul@pu.go.id::ba2e54e6-2541-4b76-a415-1d835fa90bc6" providerId="AD" clId="Web-{EE714444-ED52-0EDC-202C-CF241E44BECB}" dt="2026-07-27T03:43:13.846" v="58"/>
        <pc:sldMkLst>
          <pc:docMk/>
          <pc:sldMk cId="2567665115" sldId="2147482340"/>
        </pc:sldMkLst>
      </pc:sldChg>
    </pc:docChg>
  </pc:docChgLst>
  <pc:docChgLst>
    <pc:chgData name="Teuku Zaqirul Haq" userId="S::teuku.zaqirul@pu.go.id::ba2e54e6-2541-4b76-a415-1d835fa90bc6" providerId="AD" clId="Web-{44985822-C5EA-E68E-6C9A-D65B93A6A011}"/>
    <pc:docChg chg="addSld delSld">
      <pc:chgData name="Teuku Zaqirul Haq" userId="S::teuku.zaqirul@pu.go.id::ba2e54e6-2541-4b76-a415-1d835fa90bc6" providerId="AD" clId="Web-{44985822-C5EA-E68E-6C9A-D65B93A6A011}" dt="2026-08-19T07:14:50.923" v="3"/>
      <pc:docMkLst>
        <pc:docMk/>
      </pc:docMkLst>
      <pc:sldChg chg="del">
        <pc:chgData name="Teuku Zaqirul Haq" userId="S::teuku.zaqirul@pu.go.id::ba2e54e6-2541-4b76-a415-1d835fa90bc6" providerId="AD" clId="Web-{44985822-C5EA-E68E-6C9A-D65B93A6A011}" dt="2026-08-19T07:14:50.923" v="3"/>
        <pc:sldMkLst>
          <pc:docMk/>
          <pc:sldMk cId="2567665115" sldId="2147482340"/>
        </pc:sldMkLst>
      </pc:sldChg>
      <pc:sldChg chg="add del">
        <pc:chgData name="Teuku Zaqirul Haq" userId="S::teuku.zaqirul@pu.go.id::ba2e54e6-2541-4b76-a415-1d835fa90bc6" providerId="AD" clId="Web-{44985822-C5EA-E68E-6C9A-D65B93A6A011}" dt="2026-08-19T07:14:50.908" v="2"/>
        <pc:sldMkLst>
          <pc:docMk/>
          <pc:sldMk cId="357262967" sldId="2147482345"/>
        </pc:sldMkLst>
      </pc:sldChg>
      <pc:sldChg chg="add">
        <pc:chgData name="Teuku Zaqirul Haq" userId="S::teuku.zaqirul@pu.go.id::ba2e54e6-2541-4b76-a415-1d835fa90bc6" providerId="AD" clId="Web-{44985822-C5EA-E68E-6C9A-D65B93A6A011}" dt="2026-08-19T07:14:18.344" v="1"/>
        <pc:sldMkLst>
          <pc:docMk/>
          <pc:sldMk cId="3494623890" sldId="2147482379"/>
        </pc:sldMkLst>
      </pc:sldChg>
    </pc:docChg>
  </pc:docChgLst>
  <pc:docChgLst>
    <pc:chgData name="Teuku Zaqirul Haq" userId="ba2e54e6-2541-4b76-a415-1d835fa90bc6" providerId="ADAL" clId="{B46F8B9A-175F-4CD3-A3DB-D340FD74ED91}"/>
    <pc:docChg chg="custSel addSld delSld modSld">
      <pc:chgData name="Teuku Zaqirul Haq" userId="ba2e54e6-2541-4b76-a415-1d835fa90bc6" providerId="ADAL" clId="{B46F8B9A-175F-4CD3-A3DB-D340FD74ED91}" dt="2026-08-12T05:10:01.164" v="269" actId="14826"/>
      <pc:docMkLst>
        <pc:docMk/>
      </pc:docMkLst>
      <pc:sldChg chg="addSp delSp modSp mod">
        <pc:chgData name="Teuku Zaqirul Haq" userId="ba2e54e6-2541-4b76-a415-1d835fa90bc6" providerId="ADAL" clId="{B46F8B9A-175F-4CD3-A3DB-D340FD74ED91}" dt="2026-07-27T04:03:56.031" v="267" actId="20577"/>
        <pc:sldMkLst>
          <pc:docMk/>
          <pc:sldMk cId="4106874133" sldId="2147482267"/>
        </pc:sldMkLst>
        <pc:spChg chg="add">
          <ac:chgData name="Teuku Zaqirul Haq" userId="ba2e54e6-2541-4b76-a415-1d835fa90bc6" providerId="ADAL" clId="{B46F8B9A-175F-4CD3-A3DB-D340FD74ED91}" dt="2026-07-27T04:03:40.275" v="243" actId="22"/>
          <ac:spMkLst>
            <pc:docMk/>
            <pc:sldMk cId="4106874133" sldId="2147482267"/>
            <ac:spMk id="7" creationId="{54222D8A-AAB4-D808-385C-26D146912894}"/>
          </ac:spMkLst>
        </pc:spChg>
        <pc:spChg chg="add">
          <ac:chgData name="Teuku Zaqirul Haq" userId="ba2e54e6-2541-4b76-a415-1d835fa90bc6" providerId="ADAL" clId="{B46F8B9A-175F-4CD3-A3DB-D340FD74ED91}" dt="2026-07-27T04:03:40.275" v="243" actId="22"/>
          <ac:spMkLst>
            <pc:docMk/>
            <pc:sldMk cId="4106874133" sldId="2147482267"/>
            <ac:spMk id="9" creationId="{CC667C12-FA52-3D9C-7D55-AE38C56005D4}"/>
          </ac:spMkLst>
        </pc:spChg>
        <pc:spChg chg="add">
          <ac:chgData name="Teuku Zaqirul Haq" userId="ba2e54e6-2541-4b76-a415-1d835fa90bc6" providerId="ADAL" clId="{B46F8B9A-175F-4CD3-A3DB-D340FD74ED91}" dt="2026-07-27T04:03:40.275" v="243" actId="22"/>
          <ac:spMkLst>
            <pc:docMk/>
            <pc:sldMk cId="4106874133" sldId="2147482267"/>
            <ac:spMk id="11" creationId="{12C5E3D9-C9CF-51DA-8247-8ABC57A16D7B}"/>
          </ac:spMkLst>
        </pc:spChg>
        <pc:spChg chg="add">
          <ac:chgData name="Teuku Zaqirul Haq" userId="ba2e54e6-2541-4b76-a415-1d835fa90bc6" providerId="ADAL" clId="{B46F8B9A-175F-4CD3-A3DB-D340FD74ED91}" dt="2026-07-27T04:03:40.275" v="243" actId="22"/>
          <ac:spMkLst>
            <pc:docMk/>
            <pc:sldMk cId="4106874133" sldId="2147482267"/>
            <ac:spMk id="13" creationId="{6A1406C2-97E9-D079-6D85-4281B8AC3B5C}"/>
          </ac:spMkLst>
        </pc:spChg>
        <pc:spChg chg="add">
          <ac:chgData name="Teuku Zaqirul Haq" userId="ba2e54e6-2541-4b76-a415-1d835fa90bc6" providerId="ADAL" clId="{B46F8B9A-175F-4CD3-A3DB-D340FD74ED91}" dt="2026-07-27T04:03:40.275" v="243" actId="22"/>
          <ac:spMkLst>
            <pc:docMk/>
            <pc:sldMk cId="4106874133" sldId="2147482267"/>
            <ac:spMk id="15" creationId="{E270D967-A73A-DB8B-9DCD-31A943540CA9}"/>
          </ac:spMkLst>
        </pc:spChg>
        <pc:spChg chg="add mod">
          <ac:chgData name="Teuku Zaqirul Haq" userId="ba2e54e6-2541-4b76-a415-1d835fa90bc6" providerId="ADAL" clId="{B46F8B9A-175F-4CD3-A3DB-D340FD74ED91}" dt="2026-07-27T04:03:56.031" v="267" actId="20577"/>
          <ac:spMkLst>
            <pc:docMk/>
            <pc:sldMk cId="4106874133" sldId="2147482267"/>
            <ac:spMk id="17" creationId="{76314B75-3FE1-69BE-556A-E17AD6DFD261}"/>
          </ac:spMkLst>
        </pc:spChg>
        <pc:spChg chg="add">
          <ac:chgData name="Teuku Zaqirul Haq" userId="ba2e54e6-2541-4b76-a415-1d835fa90bc6" providerId="ADAL" clId="{B46F8B9A-175F-4CD3-A3DB-D340FD74ED91}" dt="2026-07-27T04:03:40.275" v="243" actId="22"/>
          <ac:spMkLst>
            <pc:docMk/>
            <pc:sldMk cId="4106874133" sldId="2147482267"/>
            <ac:spMk id="19" creationId="{C828B810-13E6-233C-BEFB-C49EF123264C}"/>
          </ac:spMkLst>
        </pc:spChg>
        <pc:graphicFrameChg chg="mod">
          <ac:chgData name="Teuku Zaqirul Haq" userId="ba2e54e6-2541-4b76-a415-1d835fa90bc6" providerId="ADAL" clId="{B46F8B9A-175F-4CD3-A3DB-D340FD74ED91}" dt="2026-07-27T04:03:49.473" v="255" actId="1076"/>
          <ac:graphicFrameMkLst>
            <pc:docMk/>
            <pc:sldMk cId="4106874133" sldId="2147482267"/>
            <ac:graphicFrameMk id="3" creationId="{FCDCACF3-D801-7B7A-7884-78E2D3EB63B8}"/>
          </ac:graphicFrameMkLst>
        </pc:graphicFrameChg>
      </pc:sldChg>
      <pc:sldChg chg="addSp delSp modSp add mod">
        <pc:chgData name="Teuku Zaqirul Haq" userId="ba2e54e6-2541-4b76-a415-1d835fa90bc6" providerId="ADAL" clId="{B46F8B9A-175F-4CD3-A3DB-D340FD74ED91}" dt="2026-08-12T05:10:01.164" v="269" actId="14826"/>
        <pc:sldMkLst>
          <pc:docMk/>
          <pc:sldMk cId="1674954935" sldId="2147482341"/>
        </pc:sldMkLst>
        <pc:spChg chg="mod">
          <ac:chgData name="Teuku Zaqirul Haq" userId="ba2e54e6-2541-4b76-a415-1d835fa90bc6" providerId="ADAL" clId="{B46F8B9A-175F-4CD3-A3DB-D340FD74ED91}" dt="2026-07-27T03:53:45.901" v="42" actId="20577"/>
          <ac:spMkLst>
            <pc:docMk/>
            <pc:sldMk cId="1674954935" sldId="2147482341"/>
            <ac:spMk id="7" creationId="{20C5AD28-11FF-9583-FDF1-FAD4BAD07C97}"/>
          </ac:spMkLst>
        </pc:spChg>
        <pc:spChg chg="mod">
          <ac:chgData name="Teuku Zaqirul Haq" userId="ba2e54e6-2541-4b76-a415-1d835fa90bc6" providerId="ADAL" clId="{B46F8B9A-175F-4CD3-A3DB-D340FD74ED91}" dt="2026-07-27T03:53:54.921" v="84" actId="20577"/>
          <ac:spMkLst>
            <pc:docMk/>
            <pc:sldMk cId="1674954935" sldId="2147482341"/>
            <ac:spMk id="8" creationId="{F31C9AAF-F4AB-2F63-8516-2AD69D17ED17}"/>
          </ac:spMkLst>
        </pc:spChg>
        <pc:spChg chg="add mod">
          <ac:chgData name="Teuku Zaqirul Haq" userId="ba2e54e6-2541-4b76-a415-1d835fa90bc6" providerId="ADAL" clId="{B46F8B9A-175F-4CD3-A3DB-D340FD74ED91}" dt="2026-07-27T04:02:04.907" v="227" actId="1076"/>
          <ac:spMkLst>
            <pc:docMk/>
            <pc:sldMk cId="1674954935" sldId="2147482341"/>
            <ac:spMk id="43" creationId="{50655624-9B8E-FA78-D540-380DF5A9E439}"/>
          </ac:spMkLst>
        </pc:spChg>
        <pc:spChg chg="add mod">
          <ac:chgData name="Teuku Zaqirul Haq" userId="ba2e54e6-2541-4b76-a415-1d835fa90bc6" providerId="ADAL" clId="{B46F8B9A-175F-4CD3-A3DB-D340FD74ED91}" dt="2026-07-27T04:02:04.907" v="227" actId="1076"/>
          <ac:spMkLst>
            <pc:docMk/>
            <pc:sldMk cId="1674954935" sldId="2147482341"/>
            <ac:spMk id="46" creationId="{1F358820-4DBA-6F34-E181-08A86B1E9D66}"/>
          </ac:spMkLst>
        </pc:spChg>
        <pc:spChg chg="add mod">
          <ac:chgData name="Teuku Zaqirul Haq" userId="ba2e54e6-2541-4b76-a415-1d835fa90bc6" providerId="ADAL" clId="{B46F8B9A-175F-4CD3-A3DB-D340FD74ED91}" dt="2026-07-27T04:03:13.318" v="235" actId="20577"/>
          <ac:spMkLst>
            <pc:docMk/>
            <pc:sldMk cId="1674954935" sldId="2147482341"/>
            <ac:spMk id="48" creationId="{28EEF397-F286-6450-6C85-0DAEBA0CEE3E}"/>
          </ac:spMkLst>
        </pc:spChg>
        <pc:spChg chg="add mod">
          <ac:chgData name="Teuku Zaqirul Haq" userId="ba2e54e6-2541-4b76-a415-1d835fa90bc6" providerId="ADAL" clId="{B46F8B9A-175F-4CD3-A3DB-D340FD74ED91}" dt="2026-07-27T04:03:16.342" v="237" actId="20577"/>
          <ac:spMkLst>
            <pc:docMk/>
            <pc:sldMk cId="1674954935" sldId="2147482341"/>
            <ac:spMk id="50" creationId="{ED1D9F0E-A4E9-16B9-C07C-8673FFA11E8B}"/>
          </ac:spMkLst>
        </pc:spChg>
        <pc:spChg chg="add mod">
          <ac:chgData name="Teuku Zaqirul Haq" userId="ba2e54e6-2541-4b76-a415-1d835fa90bc6" providerId="ADAL" clId="{B46F8B9A-175F-4CD3-A3DB-D340FD74ED91}" dt="2026-07-27T04:03:21.511" v="241" actId="20577"/>
          <ac:spMkLst>
            <pc:docMk/>
            <pc:sldMk cId="1674954935" sldId="2147482341"/>
            <ac:spMk id="52" creationId="{AA1E270B-E13D-6CCB-8B5A-0EFA60BD7799}"/>
          </ac:spMkLst>
        </pc:spChg>
        <pc:picChg chg="add mod">
          <ac:chgData name="Teuku Zaqirul Haq" userId="ba2e54e6-2541-4b76-a415-1d835fa90bc6" providerId="ADAL" clId="{B46F8B9A-175F-4CD3-A3DB-D340FD74ED91}" dt="2026-08-12T05:09:35.035" v="268" actId="14826"/>
          <ac:picMkLst>
            <pc:docMk/>
            <pc:sldMk cId="1674954935" sldId="2147482341"/>
            <ac:picMk id="20" creationId="{1EB37478-CAA1-AE2A-A671-21841DBFCBB1}"/>
          </ac:picMkLst>
        </pc:picChg>
        <pc:picChg chg="add mod">
          <ac:chgData name="Teuku Zaqirul Haq" userId="ba2e54e6-2541-4b76-a415-1d835fa90bc6" providerId="ADAL" clId="{B46F8B9A-175F-4CD3-A3DB-D340FD74ED91}" dt="2026-08-12T05:10:01.164" v="269" actId="14826"/>
          <ac:picMkLst>
            <pc:docMk/>
            <pc:sldMk cId="1674954935" sldId="2147482341"/>
            <ac:picMk id="24" creationId="{120CA953-A6FE-F465-F340-906EE9EAC5F8}"/>
          </ac:picMkLst>
        </pc:picChg>
        <pc:picChg chg="add mod">
          <ac:chgData name="Teuku Zaqirul Haq" userId="ba2e54e6-2541-4b76-a415-1d835fa90bc6" providerId="ADAL" clId="{B46F8B9A-175F-4CD3-A3DB-D340FD74ED91}" dt="2026-07-27T04:02:48.781" v="231" actId="14826"/>
          <ac:picMkLst>
            <pc:docMk/>
            <pc:sldMk cId="1674954935" sldId="2147482341"/>
            <ac:picMk id="32" creationId="{29508CD8-74F1-5978-F733-498E1CB58925}"/>
          </ac:picMkLst>
        </pc:picChg>
        <pc:picChg chg="add mod">
          <ac:chgData name="Teuku Zaqirul Haq" userId="ba2e54e6-2541-4b76-a415-1d835fa90bc6" providerId="ADAL" clId="{B46F8B9A-175F-4CD3-A3DB-D340FD74ED91}" dt="2026-07-27T04:02:58.358" v="232" actId="14826"/>
          <ac:picMkLst>
            <pc:docMk/>
            <pc:sldMk cId="1674954935" sldId="2147482341"/>
            <ac:picMk id="34" creationId="{63294760-56FA-28DE-68C0-18F7ECF0BD0C}"/>
          </ac:picMkLst>
        </pc:picChg>
        <pc:picChg chg="add mod">
          <ac:chgData name="Teuku Zaqirul Haq" userId="ba2e54e6-2541-4b76-a415-1d835fa90bc6" providerId="ADAL" clId="{B46F8B9A-175F-4CD3-A3DB-D340FD74ED91}" dt="2026-07-27T04:03:09.245" v="233" actId="14826"/>
          <ac:picMkLst>
            <pc:docMk/>
            <pc:sldMk cId="1674954935" sldId="2147482341"/>
            <ac:picMk id="38" creationId="{27756B83-B084-5FD0-9CD3-DB839EF685FD}"/>
          </ac:picMkLst>
        </pc:picChg>
      </pc:sldChg>
      <pc:sldChg chg="addSp delSp modSp add mod">
        <pc:chgData name="Teuku Zaqirul Haq" userId="ba2e54e6-2541-4b76-a415-1d835fa90bc6" providerId="ADAL" clId="{B46F8B9A-175F-4CD3-A3DB-D340FD74ED91}" dt="2026-07-27T04:02:36.718" v="230" actId="1076"/>
        <pc:sldMkLst>
          <pc:docMk/>
          <pc:sldMk cId="3872978986" sldId="2147482342"/>
        </pc:sldMkLst>
        <pc:spChg chg="add mod">
          <ac:chgData name="Teuku Zaqirul Haq" userId="ba2e54e6-2541-4b76-a415-1d835fa90bc6" providerId="ADAL" clId="{B46F8B9A-175F-4CD3-A3DB-D340FD74ED91}" dt="2026-07-27T03:58:00.139" v="144" actId="207"/>
          <ac:spMkLst>
            <pc:docMk/>
            <pc:sldMk cId="3872978986" sldId="2147482342"/>
            <ac:spMk id="2" creationId="{751FD6D6-3C90-E99E-AAFC-5486D4A08DB6}"/>
          </ac:spMkLst>
        </pc:spChg>
        <pc:spChg chg="add mod">
          <ac:chgData name="Teuku Zaqirul Haq" userId="ba2e54e6-2541-4b76-a415-1d835fa90bc6" providerId="ADAL" clId="{B46F8B9A-175F-4CD3-A3DB-D340FD74ED91}" dt="2026-07-27T03:58:10.547" v="153" actId="20577"/>
          <ac:spMkLst>
            <pc:docMk/>
            <pc:sldMk cId="3872978986" sldId="2147482342"/>
            <ac:spMk id="4" creationId="{A7663A2A-3265-0E4B-B957-B3D0190E343C}"/>
          </ac:spMkLst>
        </pc:spChg>
        <pc:spChg chg="add mod">
          <ac:chgData name="Teuku Zaqirul Haq" userId="ba2e54e6-2541-4b76-a415-1d835fa90bc6" providerId="ADAL" clId="{B46F8B9A-175F-4CD3-A3DB-D340FD74ED91}" dt="2026-07-27T03:58:17.162" v="155" actId="1076"/>
          <ac:spMkLst>
            <pc:docMk/>
            <pc:sldMk cId="3872978986" sldId="2147482342"/>
            <ac:spMk id="6" creationId="{5A93BE41-EBF8-2A18-9142-ECD2B7103811}"/>
          </ac:spMkLst>
        </pc:spChg>
        <pc:spChg chg="add mod">
          <ac:chgData name="Teuku Zaqirul Haq" userId="ba2e54e6-2541-4b76-a415-1d835fa90bc6" providerId="ADAL" clId="{B46F8B9A-175F-4CD3-A3DB-D340FD74ED91}" dt="2026-07-27T04:02:36.718" v="230" actId="1076"/>
          <ac:spMkLst>
            <pc:docMk/>
            <pc:sldMk cId="3872978986" sldId="2147482342"/>
            <ac:spMk id="17" creationId="{86560869-9AAE-B704-8050-D4F5CB7955B8}"/>
          </ac:spMkLst>
        </pc:spChg>
        <pc:spChg chg="add mod">
          <ac:chgData name="Teuku Zaqirul Haq" userId="ba2e54e6-2541-4b76-a415-1d835fa90bc6" providerId="ADAL" clId="{B46F8B9A-175F-4CD3-A3DB-D340FD74ED91}" dt="2026-07-27T04:02:36.718" v="230" actId="1076"/>
          <ac:spMkLst>
            <pc:docMk/>
            <pc:sldMk cId="3872978986" sldId="2147482342"/>
            <ac:spMk id="19" creationId="{2636962F-2687-DA6D-3D93-D53F62014F9B}"/>
          </ac:spMkLst>
        </pc:spChg>
        <pc:spChg chg="add mod">
          <ac:chgData name="Teuku Zaqirul Haq" userId="ba2e54e6-2541-4b76-a415-1d835fa90bc6" providerId="ADAL" clId="{B46F8B9A-175F-4CD3-A3DB-D340FD74ED91}" dt="2026-07-27T04:02:36.718" v="230" actId="1076"/>
          <ac:spMkLst>
            <pc:docMk/>
            <pc:sldMk cId="3872978986" sldId="2147482342"/>
            <ac:spMk id="22" creationId="{715C7A1A-EA52-04F9-4E05-73603CF0D4F1}"/>
          </ac:spMkLst>
        </pc:spChg>
        <pc:picChg chg="add mod">
          <ac:chgData name="Teuku Zaqirul Haq" userId="ba2e54e6-2541-4b76-a415-1d835fa90bc6" providerId="ADAL" clId="{B46F8B9A-175F-4CD3-A3DB-D340FD74ED91}" dt="2026-07-27T04:02:36.718" v="230" actId="1076"/>
          <ac:picMkLst>
            <pc:docMk/>
            <pc:sldMk cId="3872978986" sldId="2147482342"/>
            <ac:picMk id="10" creationId="{13FB4435-15C7-07E8-1D19-D2D1EBD1FD38}"/>
          </ac:picMkLst>
        </pc:picChg>
        <pc:picChg chg="add mod">
          <ac:chgData name="Teuku Zaqirul Haq" userId="ba2e54e6-2541-4b76-a415-1d835fa90bc6" providerId="ADAL" clId="{B46F8B9A-175F-4CD3-A3DB-D340FD74ED91}" dt="2026-07-27T04:02:36.718" v="230" actId="1076"/>
          <ac:picMkLst>
            <pc:docMk/>
            <pc:sldMk cId="3872978986" sldId="2147482342"/>
            <ac:picMk id="12" creationId="{B22782CA-8541-2862-2693-93AE6720E803}"/>
          </ac:picMkLst>
        </pc:picChg>
        <pc:picChg chg="add mod">
          <ac:chgData name="Teuku Zaqirul Haq" userId="ba2e54e6-2541-4b76-a415-1d835fa90bc6" providerId="ADAL" clId="{B46F8B9A-175F-4CD3-A3DB-D340FD74ED91}" dt="2026-07-27T04:02:36.718" v="230" actId="1076"/>
          <ac:picMkLst>
            <pc:docMk/>
            <pc:sldMk cId="3872978986" sldId="2147482342"/>
            <ac:picMk id="14" creationId="{00CC1009-B7A4-1A2C-D538-511D79700300}"/>
          </ac:picMkLst>
        </pc:picChg>
      </pc:sldChg>
    </pc:docChg>
  </pc:docChgLst>
  <pc:docChgLst>
    <pc:chgData name="Teuku Zaqirul Haq" userId="ba2e54e6-2541-4b76-a415-1d835fa90bc6" providerId="ADAL" clId="{C6FB25FA-26BA-400A-9060-BB491A072C07}"/>
    <pc:docChg chg="undo custSel addSld delSld modSld sldOrd">
      <pc:chgData name="Teuku Zaqirul Haq" userId="ba2e54e6-2541-4b76-a415-1d835fa90bc6" providerId="ADAL" clId="{C6FB25FA-26BA-400A-9060-BB491A072C07}" dt="2026-08-19T07:16:45.549" v="1424" actId="14826"/>
      <pc:docMkLst>
        <pc:docMk/>
      </pc:docMkLst>
      <pc:sldChg chg="modSp mod">
        <pc:chgData name="Teuku Zaqirul Haq" userId="ba2e54e6-2541-4b76-a415-1d835fa90bc6" providerId="ADAL" clId="{C6FB25FA-26BA-400A-9060-BB491A072C07}" dt="2026-08-05T01:24:16.910" v="292" actId="20577"/>
        <pc:sldMkLst>
          <pc:docMk/>
          <pc:sldMk cId="2478299035" sldId="2147375635"/>
        </pc:sldMkLst>
        <pc:spChg chg="mod">
          <ac:chgData name="Teuku Zaqirul Haq" userId="ba2e54e6-2541-4b76-a415-1d835fa90bc6" providerId="ADAL" clId="{C6FB25FA-26BA-400A-9060-BB491A072C07}" dt="2026-08-05T01:24:16.910" v="292" actId="20577"/>
          <ac:spMkLst>
            <pc:docMk/>
            <pc:sldMk cId="2478299035" sldId="2147375635"/>
            <ac:spMk id="4" creationId="{7482CB17-EEC9-49D7-ADBC-D6122B0859C6}"/>
          </ac:spMkLst>
        </pc:spChg>
      </pc:sldChg>
      <pc:sldChg chg="modSp del mod">
        <pc:chgData name="Teuku Zaqirul Haq" userId="ba2e54e6-2541-4b76-a415-1d835fa90bc6" providerId="ADAL" clId="{C6FB25FA-26BA-400A-9060-BB491A072C07}" dt="2026-08-05T01:21:38.393" v="272" actId="47"/>
        <pc:sldMkLst>
          <pc:docMk/>
          <pc:sldMk cId="3773440904" sldId="2147482109"/>
        </pc:sldMkLst>
        <pc:graphicFrameChg chg="mod modGraphic">
          <ac:chgData name="Teuku Zaqirul Haq" userId="ba2e54e6-2541-4b76-a415-1d835fa90bc6" providerId="ADAL" clId="{C6FB25FA-26BA-400A-9060-BB491A072C07}" dt="2026-08-05T01:21:34.736" v="271" actId="5793"/>
          <ac:graphicFrameMkLst>
            <pc:docMk/>
            <pc:sldMk cId="3773440904" sldId="2147482109"/>
            <ac:graphicFrameMk id="3" creationId="{3C9F72AA-A4A1-C599-DD2C-98E3BFBA71BE}"/>
          </ac:graphicFrameMkLst>
        </pc:graphicFrameChg>
      </pc:sldChg>
      <pc:sldChg chg="modSp mod">
        <pc:chgData name="Teuku Zaqirul Haq" userId="ba2e54e6-2541-4b76-a415-1d835fa90bc6" providerId="ADAL" clId="{C6FB25FA-26BA-400A-9060-BB491A072C07}" dt="2026-08-07T01:39:07.803" v="1410"/>
        <pc:sldMkLst>
          <pc:docMk/>
          <pc:sldMk cId="4106874133" sldId="2147482267"/>
        </pc:sldMkLst>
        <pc:graphicFrameChg chg="mod">
          <ac:chgData name="Teuku Zaqirul Haq" userId="ba2e54e6-2541-4b76-a415-1d835fa90bc6" providerId="ADAL" clId="{C6FB25FA-26BA-400A-9060-BB491A072C07}" dt="2026-08-07T01:39:07.803" v="1410"/>
          <ac:graphicFrameMkLst>
            <pc:docMk/>
            <pc:sldMk cId="4106874133" sldId="2147482267"/>
            <ac:graphicFrameMk id="3" creationId="{FCDCACF3-D801-7B7A-7884-78E2D3EB63B8}"/>
          </ac:graphicFrameMkLst>
        </pc:graphicFrameChg>
      </pc:sldChg>
      <pc:sldChg chg="addSp delSp modSp del mod">
        <pc:chgData name="Teuku Zaqirul Haq" userId="ba2e54e6-2541-4b76-a415-1d835fa90bc6" providerId="ADAL" clId="{C6FB25FA-26BA-400A-9060-BB491A072C07}" dt="2026-08-19T07:15:15.363" v="1411" actId="47"/>
        <pc:sldMkLst>
          <pc:docMk/>
          <pc:sldMk cId="2567665115" sldId="2147482340"/>
        </pc:sldMkLst>
        <pc:graphicFrameChg chg="mod modGraphic">
          <ac:chgData name="Teuku Zaqirul Haq" userId="ba2e54e6-2541-4b76-a415-1d835fa90bc6" providerId="ADAL" clId="{C6FB25FA-26BA-400A-9060-BB491A072C07}" dt="2026-08-05T01:31:36.406" v="1265" actId="20577"/>
          <ac:graphicFrameMkLst>
            <pc:docMk/>
            <pc:sldMk cId="2567665115" sldId="2147482340"/>
            <ac:graphicFrameMk id="3" creationId="{FEE78C53-0782-D113-78BB-71FFA30FD828}"/>
          </ac:graphicFrameMkLst>
        </pc:graphicFrameChg>
        <pc:graphicFrameChg chg="mod modGraphic">
          <ac:chgData name="Teuku Zaqirul Haq" userId="ba2e54e6-2541-4b76-a415-1d835fa90bc6" providerId="ADAL" clId="{C6FB25FA-26BA-400A-9060-BB491A072C07}" dt="2026-08-05T01:24:09.330" v="282" actId="20577"/>
          <ac:graphicFrameMkLst>
            <pc:docMk/>
            <pc:sldMk cId="2567665115" sldId="2147482340"/>
            <ac:graphicFrameMk id="17" creationId="{42CE66A2-1859-ADC8-C2B8-E750A3C5D031}"/>
          </ac:graphicFrameMkLst>
        </pc:graphicFrameChg>
        <pc:graphicFrameChg chg="modGraphic">
          <ac:chgData name="Teuku Zaqirul Haq" userId="ba2e54e6-2541-4b76-a415-1d835fa90bc6" providerId="ADAL" clId="{C6FB25FA-26BA-400A-9060-BB491A072C07}" dt="2026-08-05T01:29:43.614" v="797" actId="404"/>
          <ac:graphicFrameMkLst>
            <pc:docMk/>
            <pc:sldMk cId="2567665115" sldId="2147482340"/>
            <ac:graphicFrameMk id="27" creationId="{9E5DF3DA-FFD3-09F3-8C7D-69854E6CB36C}"/>
          </ac:graphicFrameMkLst>
        </pc:graphicFrameChg>
        <pc:picChg chg="mod">
          <ac:chgData name="Teuku Zaqirul Haq" userId="ba2e54e6-2541-4b76-a415-1d835fa90bc6" providerId="ADAL" clId="{C6FB25FA-26BA-400A-9060-BB491A072C07}" dt="2026-08-05T01:42:14.569" v="1405" actId="14826"/>
          <ac:picMkLst>
            <pc:docMk/>
            <pc:sldMk cId="2567665115" sldId="2147482340"/>
            <ac:picMk id="19" creationId="{6EED79BF-B47F-24F1-0277-7E30F47B8BE0}"/>
          </ac:picMkLst>
        </pc:picChg>
        <pc:picChg chg="add del">
          <ac:chgData name="Teuku Zaqirul Haq" userId="ba2e54e6-2541-4b76-a415-1d835fa90bc6" providerId="ADAL" clId="{C6FB25FA-26BA-400A-9060-BB491A072C07}" dt="2026-08-05T01:41:35.293" v="1394" actId="21"/>
          <ac:picMkLst>
            <pc:docMk/>
            <pc:sldMk cId="2567665115" sldId="2147482340"/>
            <ac:picMk id="20" creationId="{66EA3444-CE3E-12A4-D344-958E9A8852D6}"/>
          </ac:picMkLst>
        </pc:picChg>
        <pc:picChg chg="add del">
          <ac:chgData name="Teuku Zaqirul Haq" userId="ba2e54e6-2541-4b76-a415-1d835fa90bc6" providerId="ADAL" clId="{C6FB25FA-26BA-400A-9060-BB491A072C07}" dt="2026-08-05T01:41:56.317" v="1399" actId="21"/>
          <ac:picMkLst>
            <pc:docMk/>
            <pc:sldMk cId="2567665115" sldId="2147482340"/>
            <ac:picMk id="22" creationId="{D584AC8B-E16E-D742-8329-96C1A370423D}"/>
          </ac:picMkLst>
        </pc:picChg>
        <pc:picChg chg="add del">
          <ac:chgData name="Teuku Zaqirul Haq" userId="ba2e54e6-2541-4b76-a415-1d835fa90bc6" providerId="ADAL" clId="{C6FB25FA-26BA-400A-9060-BB491A072C07}" dt="2026-08-05T01:42:11.612" v="1404" actId="21"/>
          <ac:picMkLst>
            <pc:docMk/>
            <pc:sldMk cId="2567665115" sldId="2147482340"/>
            <ac:picMk id="24" creationId="{45C8A2CF-C2F5-7755-23E8-731C354EF9D4}"/>
          </ac:picMkLst>
        </pc:picChg>
        <pc:picChg chg="add del">
          <ac:chgData name="Teuku Zaqirul Haq" userId="ba2e54e6-2541-4b76-a415-1d835fa90bc6" providerId="ADAL" clId="{C6FB25FA-26BA-400A-9060-BB491A072C07}" dt="2026-08-05T01:42:26.956" v="1407" actId="21"/>
          <ac:picMkLst>
            <pc:docMk/>
            <pc:sldMk cId="2567665115" sldId="2147482340"/>
            <ac:picMk id="26" creationId="{8223BCE2-B83D-0415-B7E4-36F1B5042093}"/>
          </ac:picMkLst>
        </pc:picChg>
        <pc:picChg chg="mod">
          <ac:chgData name="Teuku Zaqirul Haq" userId="ba2e54e6-2541-4b76-a415-1d835fa90bc6" providerId="ADAL" clId="{C6FB25FA-26BA-400A-9060-BB491A072C07}" dt="2026-08-05T01:41:41.438" v="1395" actId="14826"/>
          <ac:picMkLst>
            <pc:docMk/>
            <pc:sldMk cId="2567665115" sldId="2147482340"/>
            <ac:picMk id="30" creationId="{CE8B150A-1846-DFBD-CB94-E5A2598B2364}"/>
          </ac:picMkLst>
        </pc:picChg>
        <pc:picChg chg="mod">
          <ac:chgData name="Teuku Zaqirul Haq" userId="ba2e54e6-2541-4b76-a415-1d835fa90bc6" providerId="ADAL" clId="{C6FB25FA-26BA-400A-9060-BB491A072C07}" dt="2026-08-05T01:41:59.145" v="1400" actId="14826"/>
          <ac:picMkLst>
            <pc:docMk/>
            <pc:sldMk cId="2567665115" sldId="2147482340"/>
            <ac:picMk id="36" creationId="{751EB62F-C761-D931-CB16-73E2CFE22CAD}"/>
          </ac:picMkLst>
        </pc:picChg>
        <pc:picChg chg="mod">
          <ac:chgData name="Teuku Zaqirul Haq" userId="ba2e54e6-2541-4b76-a415-1d835fa90bc6" providerId="ADAL" clId="{C6FB25FA-26BA-400A-9060-BB491A072C07}" dt="2026-08-05T01:42:29.753" v="1408" actId="14826"/>
          <ac:picMkLst>
            <pc:docMk/>
            <pc:sldMk cId="2567665115" sldId="2147482340"/>
            <ac:picMk id="37" creationId="{73D2EFB5-2331-0CAA-8D1E-A0351BE4958C}"/>
          </ac:picMkLst>
        </pc:picChg>
      </pc:sldChg>
      <pc:sldChg chg="addSp delSp modSp mod">
        <pc:chgData name="Teuku Zaqirul Haq" userId="ba2e54e6-2541-4b76-a415-1d835fa90bc6" providerId="ADAL" clId="{C6FB25FA-26BA-400A-9060-BB491A072C07}" dt="2026-08-05T01:40:57.754" v="1392" actId="1076"/>
        <pc:sldMkLst>
          <pc:docMk/>
          <pc:sldMk cId="1674954935" sldId="2147482341"/>
        </pc:sldMkLst>
        <pc:spChg chg="mod">
          <ac:chgData name="Teuku Zaqirul Haq" userId="ba2e54e6-2541-4b76-a415-1d835fa90bc6" providerId="ADAL" clId="{C6FB25FA-26BA-400A-9060-BB491A072C07}" dt="2026-08-05T01:40:57.754" v="1392" actId="1076"/>
          <ac:spMkLst>
            <pc:docMk/>
            <pc:sldMk cId="1674954935" sldId="2147482341"/>
            <ac:spMk id="43" creationId="{50655624-9B8E-FA78-D540-380DF5A9E439}"/>
          </ac:spMkLst>
        </pc:spChg>
        <pc:spChg chg="mod">
          <ac:chgData name="Teuku Zaqirul Haq" userId="ba2e54e6-2541-4b76-a415-1d835fa90bc6" providerId="ADAL" clId="{C6FB25FA-26BA-400A-9060-BB491A072C07}" dt="2026-08-05T01:40:57.754" v="1392" actId="1076"/>
          <ac:spMkLst>
            <pc:docMk/>
            <pc:sldMk cId="1674954935" sldId="2147482341"/>
            <ac:spMk id="46" creationId="{1F358820-4DBA-6F34-E181-08A86B1E9D66}"/>
          </ac:spMkLst>
        </pc:spChg>
        <pc:spChg chg="mod">
          <ac:chgData name="Teuku Zaqirul Haq" userId="ba2e54e6-2541-4b76-a415-1d835fa90bc6" providerId="ADAL" clId="{C6FB25FA-26BA-400A-9060-BB491A072C07}" dt="2026-08-05T01:40:37.567" v="1388" actId="1076"/>
          <ac:spMkLst>
            <pc:docMk/>
            <pc:sldMk cId="1674954935" sldId="2147482341"/>
            <ac:spMk id="48" creationId="{28EEF397-F286-6450-6C85-0DAEBA0CEE3E}"/>
          </ac:spMkLst>
        </pc:spChg>
        <pc:spChg chg="mod">
          <ac:chgData name="Teuku Zaqirul Haq" userId="ba2e54e6-2541-4b76-a415-1d835fa90bc6" providerId="ADAL" clId="{C6FB25FA-26BA-400A-9060-BB491A072C07}" dt="2026-08-05T01:40:37.567" v="1388" actId="1076"/>
          <ac:spMkLst>
            <pc:docMk/>
            <pc:sldMk cId="1674954935" sldId="2147482341"/>
            <ac:spMk id="50" creationId="{ED1D9F0E-A4E9-16B9-C07C-8673FFA11E8B}"/>
          </ac:spMkLst>
        </pc:spChg>
        <pc:spChg chg="mod">
          <ac:chgData name="Teuku Zaqirul Haq" userId="ba2e54e6-2541-4b76-a415-1d835fa90bc6" providerId="ADAL" clId="{C6FB25FA-26BA-400A-9060-BB491A072C07}" dt="2026-08-05T01:40:37.567" v="1388" actId="1076"/>
          <ac:spMkLst>
            <pc:docMk/>
            <pc:sldMk cId="1674954935" sldId="2147482341"/>
            <ac:spMk id="52" creationId="{AA1E270B-E13D-6CCB-8B5A-0EFA60BD7799}"/>
          </ac:spMkLst>
        </pc:spChg>
        <pc:picChg chg="add del">
          <ac:chgData name="Teuku Zaqirul Haq" userId="ba2e54e6-2541-4b76-a415-1d835fa90bc6" providerId="ADAL" clId="{C6FB25FA-26BA-400A-9060-BB491A072C07}" dt="2026-08-05T01:33:47.499" v="1269" actId="21"/>
          <ac:picMkLst>
            <pc:docMk/>
            <pc:sldMk cId="1674954935" sldId="2147482341"/>
            <ac:picMk id="3" creationId="{7479B70D-91FF-4767-E298-6AE8D405D97C}"/>
          </ac:picMkLst>
        </pc:picChg>
        <pc:picChg chg="add del">
          <ac:chgData name="Teuku Zaqirul Haq" userId="ba2e54e6-2541-4b76-a415-1d835fa90bc6" providerId="ADAL" clId="{C6FB25FA-26BA-400A-9060-BB491A072C07}" dt="2026-08-05T01:34:02.969" v="1272" actId="21"/>
          <ac:picMkLst>
            <pc:docMk/>
            <pc:sldMk cId="1674954935" sldId="2147482341"/>
            <ac:picMk id="5" creationId="{75FDE441-EFDA-5FEF-5D10-774164C9661A}"/>
          </ac:picMkLst>
        </pc:picChg>
        <pc:picChg chg="add del mod">
          <ac:chgData name="Teuku Zaqirul Haq" userId="ba2e54e6-2541-4b76-a415-1d835fa90bc6" providerId="ADAL" clId="{C6FB25FA-26BA-400A-9060-BB491A072C07}" dt="2026-08-05T01:34:12.814" v="1275" actId="21"/>
          <ac:picMkLst>
            <pc:docMk/>
            <pc:sldMk cId="1674954935" sldId="2147482341"/>
            <ac:picMk id="6" creationId="{75FDE441-EFDA-5FEF-5D10-774164C9661A}"/>
          </ac:picMkLst>
        </pc:picChg>
        <pc:picChg chg="add del">
          <ac:chgData name="Teuku Zaqirul Haq" userId="ba2e54e6-2541-4b76-a415-1d835fa90bc6" providerId="ADAL" clId="{C6FB25FA-26BA-400A-9060-BB491A072C07}" dt="2026-08-05T01:34:54.417" v="1283" actId="21"/>
          <ac:picMkLst>
            <pc:docMk/>
            <pc:sldMk cId="1674954935" sldId="2147482341"/>
            <ac:picMk id="10" creationId="{5E84639A-EEBC-D9FB-B9E7-C7220022CD0A}"/>
          </ac:picMkLst>
        </pc:picChg>
        <pc:picChg chg="add del">
          <ac:chgData name="Teuku Zaqirul Haq" userId="ba2e54e6-2541-4b76-a415-1d835fa90bc6" providerId="ADAL" clId="{C6FB25FA-26BA-400A-9060-BB491A072C07}" dt="2026-08-05T01:35:55.412" v="1295" actId="478"/>
          <ac:picMkLst>
            <pc:docMk/>
            <pc:sldMk cId="1674954935" sldId="2147482341"/>
            <ac:picMk id="12" creationId="{92EA5176-A15F-3346-41D7-8D8979114318}"/>
          </ac:picMkLst>
        </pc:picChg>
        <pc:picChg chg="add del">
          <ac:chgData name="Teuku Zaqirul Haq" userId="ba2e54e6-2541-4b76-a415-1d835fa90bc6" providerId="ADAL" clId="{C6FB25FA-26BA-400A-9060-BB491A072C07}" dt="2026-08-05T01:36:11.361" v="1297" actId="478"/>
          <ac:picMkLst>
            <pc:docMk/>
            <pc:sldMk cId="1674954935" sldId="2147482341"/>
            <ac:picMk id="14" creationId="{C3058063-1DAB-B299-9CE6-EA28A740EBAB}"/>
          </ac:picMkLst>
        </pc:picChg>
        <pc:picChg chg="add del">
          <ac:chgData name="Teuku Zaqirul Haq" userId="ba2e54e6-2541-4b76-a415-1d835fa90bc6" providerId="ADAL" clId="{C6FB25FA-26BA-400A-9060-BB491A072C07}" dt="2026-08-05T01:36:17.322" v="1299" actId="21"/>
          <ac:picMkLst>
            <pc:docMk/>
            <pc:sldMk cId="1674954935" sldId="2147482341"/>
            <ac:picMk id="17" creationId="{A16AEFF5-3775-9B97-B230-2B14493979B7}"/>
          </ac:picMkLst>
        </pc:picChg>
        <pc:picChg chg="add del">
          <ac:chgData name="Teuku Zaqirul Haq" userId="ba2e54e6-2541-4b76-a415-1d835fa90bc6" providerId="ADAL" clId="{C6FB25FA-26BA-400A-9060-BB491A072C07}" dt="2026-08-05T01:37:56.119" v="1313" actId="21"/>
          <ac:picMkLst>
            <pc:docMk/>
            <pc:sldMk cId="1674954935" sldId="2147482341"/>
            <ac:picMk id="19" creationId="{88EF7F3E-686A-BC1B-FB7B-9AB3B10FBAFF}"/>
          </ac:picMkLst>
        </pc:picChg>
        <pc:picChg chg="mod">
          <ac:chgData name="Teuku Zaqirul Haq" userId="ba2e54e6-2541-4b76-a415-1d835fa90bc6" providerId="ADAL" clId="{C6FB25FA-26BA-400A-9060-BB491A072C07}" dt="2026-08-05T01:40:53.441" v="1391" actId="14826"/>
          <ac:picMkLst>
            <pc:docMk/>
            <pc:sldMk cId="1674954935" sldId="2147482341"/>
            <ac:picMk id="20" creationId="{1EB37478-CAA1-AE2A-A671-21841DBFCBB1}"/>
          </ac:picMkLst>
        </pc:picChg>
        <pc:picChg chg="add del">
          <ac:chgData name="Teuku Zaqirul Haq" userId="ba2e54e6-2541-4b76-a415-1d835fa90bc6" providerId="ADAL" clId="{C6FB25FA-26BA-400A-9060-BB491A072C07}" dt="2026-08-05T01:38:41.255" v="1321" actId="21"/>
          <ac:picMkLst>
            <pc:docMk/>
            <pc:sldMk cId="1674954935" sldId="2147482341"/>
            <ac:picMk id="22" creationId="{ED732221-434D-8E08-873D-048E0B95AF54}"/>
          </ac:picMkLst>
        </pc:picChg>
        <pc:picChg chg="mod">
          <ac:chgData name="Teuku Zaqirul Haq" userId="ba2e54e6-2541-4b76-a415-1d835fa90bc6" providerId="ADAL" clId="{C6FB25FA-26BA-400A-9060-BB491A072C07}" dt="2026-08-05T01:34:56.948" v="1284" actId="14826"/>
          <ac:picMkLst>
            <pc:docMk/>
            <pc:sldMk cId="1674954935" sldId="2147482341"/>
            <ac:picMk id="24" creationId="{120CA953-A6FE-F465-F340-906EE9EAC5F8}"/>
          </ac:picMkLst>
        </pc:picChg>
        <pc:picChg chg="add del">
          <ac:chgData name="Teuku Zaqirul Haq" userId="ba2e54e6-2541-4b76-a415-1d835fa90bc6" providerId="ADAL" clId="{C6FB25FA-26BA-400A-9060-BB491A072C07}" dt="2026-08-05T01:38:54.233" v="1324" actId="22"/>
          <ac:picMkLst>
            <pc:docMk/>
            <pc:sldMk cId="1674954935" sldId="2147482341"/>
            <ac:picMk id="25" creationId="{46907B28-8AD5-A93E-5510-6C5FBE5EFE20}"/>
          </ac:picMkLst>
        </pc:picChg>
        <pc:picChg chg="add del">
          <ac:chgData name="Teuku Zaqirul Haq" userId="ba2e54e6-2541-4b76-a415-1d835fa90bc6" providerId="ADAL" clId="{C6FB25FA-26BA-400A-9060-BB491A072C07}" dt="2026-08-05T01:38:59.280" v="1326" actId="21"/>
          <ac:picMkLst>
            <pc:docMk/>
            <pc:sldMk cId="1674954935" sldId="2147482341"/>
            <ac:picMk id="27" creationId="{B7127D6E-2379-D6CC-EE22-A2E1FDE5CD17}"/>
          </ac:picMkLst>
        </pc:picChg>
        <pc:picChg chg="add del">
          <ac:chgData name="Teuku Zaqirul Haq" userId="ba2e54e6-2541-4b76-a415-1d835fa90bc6" providerId="ADAL" clId="{C6FB25FA-26BA-400A-9060-BB491A072C07}" dt="2026-08-05T01:40:50.893" v="1390" actId="21"/>
          <ac:picMkLst>
            <pc:docMk/>
            <pc:sldMk cId="1674954935" sldId="2147482341"/>
            <ac:picMk id="29" creationId="{FC7DC531-94F5-1533-1CCF-64EE4B75C289}"/>
          </ac:picMkLst>
        </pc:picChg>
        <pc:picChg chg="mod">
          <ac:chgData name="Teuku Zaqirul Haq" userId="ba2e54e6-2541-4b76-a415-1d835fa90bc6" providerId="ADAL" clId="{C6FB25FA-26BA-400A-9060-BB491A072C07}" dt="2026-08-05T01:38:22.648" v="1315" actId="14826"/>
          <ac:picMkLst>
            <pc:docMk/>
            <pc:sldMk cId="1674954935" sldId="2147482341"/>
            <ac:picMk id="32" creationId="{29508CD8-74F1-5978-F733-498E1CB58925}"/>
          </ac:picMkLst>
        </pc:picChg>
        <pc:picChg chg="mod">
          <ac:chgData name="Teuku Zaqirul Haq" userId="ba2e54e6-2541-4b76-a415-1d835fa90bc6" providerId="ADAL" clId="{C6FB25FA-26BA-400A-9060-BB491A072C07}" dt="2026-08-05T01:39:02.405" v="1327" actId="14826"/>
          <ac:picMkLst>
            <pc:docMk/>
            <pc:sldMk cId="1674954935" sldId="2147482341"/>
            <ac:picMk id="34" creationId="{63294760-56FA-28DE-68C0-18F7ECF0BD0C}"/>
          </ac:picMkLst>
        </pc:picChg>
        <pc:picChg chg="mod">
          <ac:chgData name="Teuku Zaqirul Haq" userId="ba2e54e6-2541-4b76-a415-1d835fa90bc6" providerId="ADAL" clId="{C6FB25FA-26BA-400A-9060-BB491A072C07}" dt="2026-08-05T01:38:43.572" v="1322" actId="14826"/>
          <ac:picMkLst>
            <pc:docMk/>
            <pc:sldMk cId="1674954935" sldId="2147482341"/>
            <ac:picMk id="38" creationId="{27756B83-B084-5FD0-9CD3-DB839EF685FD}"/>
          </ac:picMkLst>
        </pc:picChg>
      </pc:sldChg>
      <pc:sldChg chg="addSp delSp modSp mod">
        <pc:chgData name="Teuku Zaqirul Haq" userId="ba2e54e6-2541-4b76-a415-1d835fa90bc6" providerId="ADAL" clId="{C6FB25FA-26BA-400A-9060-BB491A072C07}" dt="2026-08-05T01:40:28.182" v="1385" actId="1076"/>
        <pc:sldMkLst>
          <pc:docMk/>
          <pc:sldMk cId="3872978986" sldId="2147482342"/>
        </pc:sldMkLst>
        <pc:spChg chg="mod">
          <ac:chgData name="Teuku Zaqirul Haq" userId="ba2e54e6-2541-4b76-a415-1d835fa90bc6" providerId="ADAL" clId="{C6FB25FA-26BA-400A-9060-BB491A072C07}" dt="2026-08-05T01:40:18.425" v="1381" actId="1035"/>
          <ac:spMkLst>
            <pc:docMk/>
            <pc:sldMk cId="3872978986" sldId="2147482342"/>
            <ac:spMk id="2" creationId="{751FD6D6-3C90-E99E-AAFC-5486D4A08DB6}"/>
          </ac:spMkLst>
        </pc:spChg>
        <pc:spChg chg="mod">
          <ac:chgData name="Teuku Zaqirul Haq" userId="ba2e54e6-2541-4b76-a415-1d835fa90bc6" providerId="ADAL" clId="{C6FB25FA-26BA-400A-9060-BB491A072C07}" dt="2026-08-05T01:40:18.425" v="1381" actId="1035"/>
          <ac:spMkLst>
            <pc:docMk/>
            <pc:sldMk cId="3872978986" sldId="2147482342"/>
            <ac:spMk id="4" creationId="{A7663A2A-3265-0E4B-B957-B3D0190E343C}"/>
          </ac:spMkLst>
        </pc:spChg>
        <pc:spChg chg="mod">
          <ac:chgData name="Teuku Zaqirul Haq" userId="ba2e54e6-2541-4b76-a415-1d835fa90bc6" providerId="ADAL" clId="{C6FB25FA-26BA-400A-9060-BB491A072C07}" dt="2026-08-05T01:40:18.425" v="1381" actId="1035"/>
          <ac:spMkLst>
            <pc:docMk/>
            <pc:sldMk cId="3872978986" sldId="2147482342"/>
            <ac:spMk id="6" creationId="{5A93BE41-EBF8-2A18-9142-ECD2B7103811}"/>
          </ac:spMkLst>
        </pc:spChg>
        <pc:spChg chg="mod">
          <ac:chgData name="Teuku Zaqirul Haq" userId="ba2e54e6-2541-4b76-a415-1d835fa90bc6" providerId="ADAL" clId="{C6FB25FA-26BA-400A-9060-BB491A072C07}" dt="2026-08-05T01:40:28.182" v="1385" actId="1076"/>
          <ac:spMkLst>
            <pc:docMk/>
            <pc:sldMk cId="3872978986" sldId="2147482342"/>
            <ac:spMk id="17" creationId="{86560869-9AAE-B704-8050-D4F5CB7955B8}"/>
          </ac:spMkLst>
        </pc:spChg>
        <pc:spChg chg="mod">
          <ac:chgData name="Teuku Zaqirul Haq" userId="ba2e54e6-2541-4b76-a415-1d835fa90bc6" providerId="ADAL" clId="{C6FB25FA-26BA-400A-9060-BB491A072C07}" dt="2026-08-05T01:40:28.182" v="1385" actId="1076"/>
          <ac:spMkLst>
            <pc:docMk/>
            <pc:sldMk cId="3872978986" sldId="2147482342"/>
            <ac:spMk id="19" creationId="{2636962F-2687-DA6D-3D93-D53F62014F9B}"/>
          </ac:spMkLst>
        </pc:spChg>
        <pc:spChg chg="mod">
          <ac:chgData name="Teuku Zaqirul Haq" userId="ba2e54e6-2541-4b76-a415-1d835fa90bc6" providerId="ADAL" clId="{C6FB25FA-26BA-400A-9060-BB491A072C07}" dt="2026-08-05T01:40:28.182" v="1385" actId="1076"/>
          <ac:spMkLst>
            <pc:docMk/>
            <pc:sldMk cId="3872978986" sldId="2147482342"/>
            <ac:spMk id="22" creationId="{715C7A1A-EA52-04F9-4E05-73603CF0D4F1}"/>
          </ac:spMkLst>
        </pc:spChg>
        <pc:picChg chg="add del">
          <ac:chgData name="Teuku Zaqirul Haq" userId="ba2e54e6-2541-4b76-a415-1d835fa90bc6" providerId="ADAL" clId="{C6FB25FA-26BA-400A-9060-BB491A072C07}" dt="2026-08-05T01:34:40.143" v="1280" actId="21"/>
          <ac:picMkLst>
            <pc:docMk/>
            <pc:sldMk cId="3872978986" sldId="2147482342"/>
            <ac:picMk id="5" creationId="{0DF62EAF-B4B8-9C17-3617-BD6DE52065DD}"/>
          </ac:picMkLst>
        </pc:picChg>
        <pc:picChg chg="add del mod">
          <ac:chgData name="Teuku Zaqirul Haq" userId="ba2e54e6-2541-4b76-a415-1d835fa90bc6" providerId="ADAL" clId="{C6FB25FA-26BA-400A-9060-BB491A072C07}" dt="2026-08-05T01:35:20.945" v="1288" actId="478"/>
          <ac:picMkLst>
            <pc:docMk/>
            <pc:sldMk cId="3872978986" sldId="2147482342"/>
            <ac:picMk id="9" creationId="{5E84639A-EEBC-D9FB-B9E7-C7220022CD0A}"/>
          </ac:picMkLst>
        </pc:picChg>
        <pc:picChg chg="mod">
          <ac:chgData name="Teuku Zaqirul Haq" userId="ba2e54e6-2541-4b76-a415-1d835fa90bc6" providerId="ADAL" clId="{C6FB25FA-26BA-400A-9060-BB491A072C07}" dt="2026-08-05T01:38:00.901" v="1314" actId="14826"/>
          <ac:picMkLst>
            <pc:docMk/>
            <pc:sldMk cId="3872978986" sldId="2147482342"/>
            <ac:picMk id="10" creationId="{13FB4435-15C7-07E8-1D19-D2D1EBD1FD38}"/>
          </ac:picMkLst>
        </pc:picChg>
        <pc:picChg chg="add del mod">
          <ac:chgData name="Teuku Zaqirul Haq" userId="ba2e54e6-2541-4b76-a415-1d835fa90bc6" providerId="ADAL" clId="{C6FB25FA-26BA-400A-9060-BB491A072C07}" dt="2026-08-05T01:35:26.853" v="1290" actId="478"/>
          <ac:picMkLst>
            <pc:docMk/>
            <pc:sldMk cId="3872978986" sldId="2147482342"/>
            <ac:picMk id="11" creationId="{6C1ED1B0-79D3-67F7-B9B3-6EB9A95F083D}"/>
          </ac:picMkLst>
        </pc:picChg>
        <pc:picChg chg="mod">
          <ac:chgData name="Teuku Zaqirul Haq" userId="ba2e54e6-2541-4b76-a415-1d835fa90bc6" providerId="ADAL" clId="{C6FB25FA-26BA-400A-9060-BB491A072C07}" dt="2026-08-05T01:35:36.639" v="1293" actId="14826"/>
          <ac:picMkLst>
            <pc:docMk/>
            <pc:sldMk cId="3872978986" sldId="2147482342"/>
            <ac:picMk id="12" creationId="{B22782CA-8541-2862-2693-93AE6720E803}"/>
          </ac:picMkLst>
        </pc:picChg>
        <pc:picChg chg="mod">
          <ac:chgData name="Teuku Zaqirul Haq" userId="ba2e54e6-2541-4b76-a415-1d835fa90bc6" providerId="ADAL" clId="{C6FB25FA-26BA-400A-9060-BB491A072C07}" dt="2026-08-05T01:34:42.472" v="1281" actId="14826"/>
          <ac:picMkLst>
            <pc:docMk/>
            <pc:sldMk cId="3872978986" sldId="2147482342"/>
            <ac:picMk id="14" creationId="{00CC1009-B7A4-1A2C-D538-511D79700300}"/>
          </ac:picMkLst>
        </pc:picChg>
        <pc:picChg chg="add del">
          <ac:chgData name="Teuku Zaqirul Haq" userId="ba2e54e6-2541-4b76-a415-1d835fa90bc6" providerId="ADAL" clId="{C6FB25FA-26BA-400A-9060-BB491A072C07}" dt="2026-08-05T01:35:34.139" v="1292" actId="21"/>
          <ac:picMkLst>
            <pc:docMk/>
            <pc:sldMk cId="3872978986" sldId="2147482342"/>
            <ac:picMk id="15" creationId="{97A8CD0C-2998-48AA-744E-891E81658B08}"/>
          </ac:picMkLst>
        </pc:picChg>
        <pc:picChg chg="add del">
          <ac:chgData name="Teuku Zaqirul Haq" userId="ba2e54e6-2541-4b76-a415-1d835fa90bc6" providerId="ADAL" clId="{C6FB25FA-26BA-400A-9060-BB491A072C07}" dt="2026-08-05T01:39:49.918" v="1331" actId="21"/>
          <ac:picMkLst>
            <pc:docMk/>
            <pc:sldMk cId="3872978986" sldId="2147482342"/>
            <ac:picMk id="20" creationId="{AEFDB7A6-3ABB-3F78-2FBB-26DAD2CBE3CA}"/>
          </ac:picMkLst>
        </pc:picChg>
        <pc:picChg chg="add del">
          <ac:chgData name="Teuku Zaqirul Haq" userId="ba2e54e6-2541-4b76-a415-1d835fa90bc6" providerId="ADAL" clId="{C6FB25FA-26BA-400A-9060-BB491A072C07}" dt="2026-08-05T01:40:03.937" v="1334" actId="21"/>
          <ac:picMkLst>
            <pc:docMk/>
            <pc:sldMk cId="3872978986" sldId="2147482342"/>
            <ac:picMk id="23" creationId="{51327E37-6F6B-16A0-6660-248987605DC0}"/>
          </ac:picMkLst>
        </pc:picChg>
        <pc:picChg chg="mod">
          <ac:chgData name="Teuku Zaqirul Haq" userId="ba2e54e6-2541-4b76-a415-1d835fa90bc6" providerId="ADAL" clId="{C6FB25FA-26BA-400A-9060-BB491A072C07}" dt="2026-08-05T01:39:53.199" v="1332" actId="14826"/>
          <ac:picMkLst>
            <pc:docMk/>
            <pc:sldMk cId="3872978986" sldId="2147482342"/>
            <ac:picMk id="32" creationId="{3EB622AE-5F26-7152-199A-C48572B940FA}"/>
          </ac:picMkLst>
        </pc:picChg>
        <pc:picChg chg="mod">
          <ac:chgData name="Teuku Zaqirul Haq" userId="ba2e54e6-2541-4b76-a415-1d835fa90bc6" providerId="ADAL" clId="{C6FB25FA-26BA-400A-9060-BB491A072C07}" dt="2026-08-05T01:39:25.836" v="1328" actId="14826"/>
          <ac:picMkLst>
            <pc:docMk/>
            <pc:sldMk cId="3872978986" sldId="2147482342"/>
            <ac:picMk id="34" creationId="{F5240C81-0F00-7507-CF44-F90828839198}"/>
          </ac:picMkLst>
        </pc:picChg>
        <pc:picChg chg="mod">
          <ac:chgData name="Teuku Zaqirul Haq" userId="ba2e54e6-2541-4b76-a415-1d835fa90bc6" providerId="ADAL" clId="{C6FB25FA-26BA-400A-9060-BB491A072C07}" dt="2026-08-05T01:40:07.077" v="1335" actId="14826"/>
          <ac:picMkLst>
            <pc:docMk/>
            <pc:sldMk cId="3872978986" sldId="2147482342"/>
            <ac:picMk id="38" creationId="{6F2BA75F-D77D-6FDF-B33F-2AD26DA77AA3}"/>
          </ac:picMkLst>
        </pc:picChg>
      </pc:sldChg>
      <pc:sldChg chg="addSp delSp modSp add mod ord">
        <pc:chgData name="Teuku Zaqirul Haq" userId="ba2e54e6-2541-4b76-a415-1d835fa90bc6" providerId="ADAL" clId="{C6FB25FA-26BA-400A-9060-BB491A072C07}" dt="2026-08-05T01:16:55.226" v="224" actId="20577"/>
        <pc:sldMkLst>
          <pc:docMk/>
          <pc:sldMk cId="2693573634" sldId="2147482343"/>
        </pc:sldMkLst>
        <pc:spChg chg="del">
          <ac:chgData name="Teuku Zaqirul Haq" userId="ba2e54e6-2541-4b76-a415-1d835fa90bc6" providerId="ADAL" clId="{C6FB25FA-26BA-400A-9060-BB491A072C07}" dt="2026-08-05T01:10:53.395" v="69" actId="478"/>
          <ac:spMkLst>
            <pc:docMk/>
            <pc:sldMk cId="2693573634" sldId="2147482343"/>
            <ac:spMk id="4" creationId="{BCC9C249-3A25-5E27-E05A-68D22C585E5C}"/>
          </ac:spMkLst>
        </pc:spChg>
        <pc:spChg chg="mod">
          <ac:chgData name="Teuku Zaqirul Haq" userId="ba2e54e6-2541-4b76-a415-1d835fa90bc6" providerId="ADAL" clId="{C6FB25FA-26BA-400A-9060-BB491A072C07}" dt="2026-08-05T01:10:27.682" v="17" actId="20577"/>
          <ac:spMkLst>
            <pc:docMk/>
            <pc:sldMk cId="2693573634" sldId="2147482343"/>
            <ac:spMk id="7" creationId="{80A2AA55-56B3-6452-1B6F-BD2E469BDDD7}"/>
          </ac:spMkLst>
        </pc:spChg>
        <pc:spChg chg="mod">
          <ac:chgData name="Teuku Zaqirul Haq" userId="ba2e54e6-2541-4b76-a415-1d835fa90bc6" providerId="ADAL" clId="{C6FB25FA-26BA-400A-9060-BB491A072C07}" dt="2026-08-05T01:10:41.877" v="67"/>
          <ac:spMkLst>
            <pc:docMk/>
            <pc:sldMk cId="2693573634" sldId="2147482343"/>
            <ac:spMk id="8" creationId="{15A2EF8D-68A0-3529-740A-C8F5F081CEFF}"/>
          </ac:spMkLst>
        </pc:spChg>
        <pc:spChg chg="del">
          <ac:chgData name="Teuku Zaqirul Haq" userId="ba2e54e6-2541-4b76-a415-1d835fa90bc6" providerId="ADAL" clId="{C6FB25FA-26BA-400A-9060-BB491A072C07}" dt="2026-08-05T01:10:53.395" v="69" actId="478"/>
          <ac:spMkLst>
            <pc:docMk/>
            <pc:sldMk cId="2693573634" sldId="2147482343"/>
            <ac:spMk id="9" creationId="{480C3470-F3CE-39ED-A158-D73341F2BFED}"/>
          </ac:spMkLst>
        </pc:spChg>
        <pc:spChg chg="del">
          <ac:chgData name="Teuku Zaqirul Haq" userId="ba2e54e6-2541-4b76-a415-1d835fa90bc6" providerId="ADAL" clId="{C6FB25FA-26BA-400A-9060-BB491A072C07}" dt="2026-08-05T01:10:53.395" v="69" actId="478"/>
          <ac:spMkLst>
            <pc:docMk/>
            <pc:sldMk cId="2693573634" sldId="2147482343"/>
            <ac:spMk id="10" creationId="{EF6409F2-DFAE-95BA-7862-75A59FE50021}"/>
          </ac:spMkLst>
        </pc:spChg>
        <pc:spChg chg="del">
          <ac:chgData name="Teuku Zaqirul Haq" userId="ba2e54e6-2541-4b76-a415-1d835fa90bc6" providerId="ADAL" clId="{C6FB25FA-26BA-400A-9060-BB491A072C07}" dt="2026-08-05T01:10:53.395" v="69" actId="478"/>
          <ac:spMkLst>
            <pc:docMk/>
            <pc:sldMk cId="2693573634" sldId="2147482343"/>
            <ac:spMk id="11" creationId="{F75579BD-9590-1192-8905-F17E2F2AE279}"/>
          </ac:spMkLst>
        </pc:spChg>
        <pc:spChg chg="del">
          <ac:chgData name="Teuku Zaqirul Haq" userId="ba2e54e6-2541-4b76-a415-1d835fa90bc6" providerId="ADAL" clId="{C6FB25FA-26BA-400A-9060-BB491A072C07}" dt="2026-08-05T01:10:53.395" v="69" actId="478"/>
          <ac:spMkLst>
            <pc:docMk/>
            <pc:sldMk cId="2693573634" sldId="2147482343"/>
            <ac:spMk id="12" creationId="{3984EAC5-16E7-2F86-3512-E578CD0077CA}"/>
          </ac:spMkLst>
        </pc:spChg>
        <pc:spChg chg="del">
          <ac:chgData name="Teuku Zaqirul Haq" userId="ba2e54e6-2541-4b76-a415-1d835fa90bc6" providerId="ADAL" clId="{C6FB25FA-26BA-400A-9060-BB491A072C07}" dt="2026-08-05T01:10:53.395" v="69" actId="478"/>
          <ac:spMkLst>
            <pc:docMk/>
            <pc:sldMk cId="2693573634" sldId="2147482343"/>
            <ac:spMk id="13" creationId="{74113885-D706-AF66-6EB0-4EC23AF026EC}"/>
          </ac:spMkLst>
        </pc:spChg>
        <pc:spChg chg="del">
          <ac:chgData name="Teuku Zaqirul Haq" userId="ba2e54e6-2541-4b76-a415-1d835fa90bc6" providerId="ADAL" clId="{C6FB25FA-26BA-400A-9060-BB491A072C07}" dt="2026-08-05T01:10:53.395" v="69" actId="478"/>
          <ac:spMkLst>
            <pc:docMk/>
            <pc:sldMk cId="2693573634" sldId="2147482343"/>
            <ac:spMk id="14" creationId="{64EAFA79-987E-75EC-62E7-BAD65A154769}"/>
          </ac:spMkLst>
        </pc:spChg>
        <pc:spChg chg="del">
          <ac:chgData name="Teuku Zaqirul Haq" userId="ba2e54e6-2541-4b76-a415-1d835fa90bc6" providerId="ADAL" clId="{C6FB25FA-26BA-400A-9060-BB491A072C07}" dt="2026-08-05T01:10:53.395" v="69" actId="478"/>
          <ac:spMkLst>
            <pc:docMk/>
            <pc:sldMk cId="2693573634" sldId="2147482343"/>
            <ac:spMk id="15" creationId="{5A873D6F-A4CF-0EE4-5431-9F2D76F27648}"/>
          </ac:spMkLst>
        </pc:spChg>
        <pc:spChg chg="add mod">
          <ac:chgData name="Teuku Zaqirul Haq" userId="ba2e54e6-2541-4b76-a415-1d835fa90bc6" providerId="ADAL" clId="{C6FB25FA-26BA-400A-9060-BB491A072C07}" dt="2026-08-05T01:16:55.226" v="224" actId="20577"/>
          <ac:spMkLst>
            <pc:docMk/>
            <pc:sldMk cId="2693573634" sldId="2147482343"/>
            <ac:spMk id="28" creationId="{1770DE04-4DB2-61B8-AD4B-F83CBBC62A12}"/>
          </ac:spMkLst>
        </pc:spChg>
        <pc:spChg chg="add mod">
          <ac:chgData name="Teuku Zaqirul Haq" userId="ba2e54e6-2541-4b76-a415-1d835fa90bc6" providerId="ADAL" clId="{C6FB25FA-26BA-400A-9060-BB491A072C07}" dt="2026-08-05T01:13:17.245" v="105" actId="1076"/>
          <ac:spMkLst>
            <pc:docMk/>
            <pc:sldMk cId="2693573634" sldId="2147482343"/>
            <ac:spMk id="31" creationId="{C52FF49D-9C15-6ACC-68D4-20AAA4A41FBE}"/>
          </ac:spMkLst>
        </pc:spChg>
        <pc:spChg chg="add">
          <ac:chgData name="Teuku Zaqirul Haq" userId="ba2e54e6-2541-4b76-a415-1d835fa90bc6" providerId="ADAL" clId="{C6FB25FA-26BA-400A-9060-BB491A072C07}" dt="2026-08-05T01:14:31.106" v="111"/>
          <ac:spMkLst>
            <pc:docMk/>
            <pc:sldMk cId="2693573634" sldId="2147482343"/>
            <ac:spMk id="32" creationId="{0D92E535-7021-AC9A-E4C2-119B76D7C6BA}"/>
          </ac:spMkLst>
        </pc:spChg>
        <pc:spChg chg="add mod">
          <ac:chgData name="Teuku Zaqirul Haq" userId="ba2e54e6-2541-4b76-a415-1d835fa90bc6" providerId="ADAL" clId="{C6FB25FA-26BA-400A-9060-BB491A072C07}" dt="2026-08-05T01:15:36.110" v="160" actId="20577"/>
          <ac:spMkLst>
            <pc:docMk/>
            <pc:sldMk cId="2693573634" sldId="2147482343"/>
            <ac:spMk id="35" creationId="{2EF9785E-1DDD-265F-A59E-E4A7AD5EBC07}"/>
          </ac:spMkLst>
        </pc:spChg>
        <pc:spChg chg="add mod">
          <ac:chgData name="Teuku Zaqirul Haq" userId="ba2e54e6-2541-4b76-a415-1d835fa90bc6" providerId="ADAL" clId="{C6FB25FA-26BA-400A-9060-BB491A072C07}" dt="2026-08-05T01:15:49.306" v="167" actId="20577"/>
          <ac:spMkLst>
            <pc:docMk/>
            <pc:sldMk cId="2693573634" sldId="2147482343"/>
            <ac:spMk id="38" creationId="{646A2EF4-964E-E37A-6D64-87AD337A88F4}"/>
          </ac:spMkLst>
        </pc:spChg>
        <pc:spChg chg="del">
          <ac:chgData name="Teuku Zaqirul Haq" userId="ba2e54e6-2541-4b76-a415-1d835fa90bc6" providerId="ADAL" clId="{C6FB25FA-26BA-400A-9060-BB491A072C07}" dt="2026-08-05T01:10:53.395" v="69" actId="478"/>
          <ac:spMkLst>
            <pc:docMk/>
            <pc:sldMk cId="2693573634" sldId="2147482343"/>
            <ac:spMk id="45" creationId="{1FEB2526-2509-1794-CB59-50164CFC5C54}"/>
          </ac:spMkLst>
        </pc:spChg>
        <pc:spChg chg="del">
          <ac:chgData name="Teuku Zaqirul Haq" userId="ba2e54e6-2541-4b76-a415-1d835fa90bc6" providerId="ADAL" clId="{C6FB25FA-26BA-400A-9060-BB491A072C07}" dt="2026-08-05T01:10:53.395" v="69" actId="478"/>
          <ac:spMkLst>
            <pc:docMk/>
            <pc:sldMk cId="2693573634" sldId="2147482343"/>
            <ac:spMk id="54" creationId="{FE2A8051-805C-9AF6-F073-FD23878CC77B}"/>
          </ac:spMkLst>
        </pc:spChg>
        <pc:spChg chg="del">
          <ac:chgData name="Teuku Zaqirul Haq" userId="ba2e54e6-2541-4b76-a415-1d835fa90bc6" providerId="ADAL" clId="{C6FB25FA-26BA-400A-9060-BB491A072C07}" dt="2026-08-05T01:10:53.395" v="69" actId="478"/>
          <ac:spMkLst>
            <pc:docMk/>
            <pc:sldMk cId="2693573634" sldId="2147482343"/>
            <ac:spMk id="55" creationId="{9EACA135-9EDD-A422-BA1C-E657442D74A6}"/>
          </ac:spMkLst>
        </pc:spChg>
        <pc:grpChg chg="add mod">
          <ac:chgData name="Teuku Zaqirul Haq" userId="ba2e54e6-2541-4b76-a415-1d835fa90bc6" providerId="ADAL" clId="{C6FB25FA-26BA-400A-9060-BB491A072C07}" dt="2026-08-05T01:15:13.586" v="128" actId="1076"/>
          <ac:grpSpMkLst>
            <pc:docMk/>
            <pc:sldMk cId="2693573634" sldId="2147482343"/>
            <ac:grpSpMk id="34" creationId="{FCD6D447-2046-C708-565A-EE2098008EE1}"/>
          </ac:grpSpMkLst>
        </pc:grpChg>
        <pc:graphicFrameChg chg="add del mod">
          <ac:chgData name="Teuku Zaqirul Haq" userId="ba2e54e6-2541-4b76-a415-1d835fa90bc6" providerId="ADAL" clId="{C6FB25FA-26BA-400A-9060-BB491A072C07}" dt="2026-08-05T01:10:53.395" v="69" actId="478"/>
          <ac:graphicFrameMkLst>
            <pc:docMk/>
            <pc:sldMk cId="2693573634" sldId="2147482343"/>
            <ac:graphicFrameMk id="2" creationId="{81498D10-1FC8-8E6C-13B5-13DB10146BA8}"/>
          </ac:graphicFrameMkLst>
        </pc:graphicFrameChg>
        <pc:graphicFrameChg chg="del">
          <ac:chgData name="Teuku Zaqirul Haq" userId="ba2e54e6-2541-4b76-a415-1d835fa90bc6" providerId="ADAL" clId="{C6FB25FA-26BA-400A-9060-BB491A072C07}" dt="2026-08-05T01:10:57.646" v="70" actId="478"/>
          <ac:graphicFrameMkLst>
            <pc:docMk/>
            <pc:sldMk cId="2693573634" sldId="2147482343"/>
            <ac:graphicFrameMk id="3" creationId="{FEE78C53-0782-D113-78BB-71FFA30FD828}"/>
          </ac:graphicFrameMkLst>
        </pc:graphicFrameChg>
        <pc:graphicFrameChg chg="del">
          <ac:chgData name="Teuku Zaqirul Haq" userId="ba2e54e6-2541-4b76-a415-1d835fa90bc6" providerId="ADAL" clId="{C6FB25FA-26BA-400A-9060-BB491A072C07}" dt="2026-08-05T01:10:57.646" v="70" actId="478"/>
          <ac:graphicFrameMkLst>
            <pc:docMk/>
            <pc:sldMk cId="2693573634" sldId="2147482343"/>
            <ac:graphicFrameMk id="17" creationId="{42CE66A2-1859-ADC8-C2B8-E750A3C5D031}"/>
          </ac:graphicFrameMkLst>
        </pc:graphicFrameChg>
        <pc:graphicFrameChg chg="add del mod">
          <ac:chgData name="Teuku Zaqirul Haq" userId="ba2e54e6-2541-4b76-a415-1d835fa90bc6" providerId="ADAL" clId="{C6FB25FA-26BA-400A-9060-BB491A072C07}" dt="2026-08-05T01:10:57.646" v="70" actId="478"/>
          <ac:graphicFrameMkLst>
            <pc:docMk/>
            <pc:sldMk cId="2693573634" sldId="2147482343"/>
            <ac:graphicFrameMk id="20" creationId="{2C67C2C0-161F-197F-A02E-9511C8EA6F75}"/>
          </ac:graphicFrameMkLst>
        </pc:graphicFrameChg>
        <pc:graphicFrameChg chg="add del mod">
          <ac:chgData name="Teuku Zaqirul Haq" userId="ba2e54e6-2541-4b76-a415-1d835fa90bc6" providerId="ADAL" clId="{C6FB25FA-26BA-400A-9060-BB491A072C07}" dt="2026-08-05T01:10:57.646" v="70" actId="478"/>
          <ac:graphicFrameMkLst>
            <pc:docMk/>
            <pc:sldMk cId="2693573634" sldId="2147482343"/>
            <ac:graphicFrameMk id="21" creationId="{E7BFF9FB-0F56-7582-A355-45EE355EB41A}"/>
          </ac:graphicFrameMkLst>
        </pc:graphicFrameChg>
        <pc:graphicFrameChg chg="del">
          <ac:chgData name="Teuku Zaqirul Haq" userId="ba2e54e6-2541-4b76-a415-1d835fa90bc6" providerId="ADAL" clId="{C6FB25FA-26BA-400A-9060-BB491A072C07}" dt="2026-08-05T01:10:53.395" v="69" actId="478"/>
          <ac:graphicFrameMkLst>
            <pc:docMk/>
            <pc:sldMk cId="2693573634" sldId="2147482343"/>
            <ac:graphicFrameMk id="27" creationId="{9E5DF3DA-FFD3-09F3-8C7D-69854E6CB36C}"/>
          </ac:graphicFrameMkLst>
        </pc:graphicFrameChg>
        <pc:picChg chg="del">
          <ac:chgData name="Teuku Zaqirul Haq" userId="ba2e54e6-2541-4b76-a415-1d835fa90bc6" providerId="ADAL" clId="{C6FB25FA-26BA-400A-9060-BB491A072C07}" dt="2026-08-05T01:10:53.395" v="69" actId="478"/>
          <ac:picMkLst>
            <pc:docMk/>
            <pc:sldMk cId="2693573634" sldId="2147482343"/>
            <ac:picMk id="5" creationId="{B2F4CF45-9F19-298F-A299-412191D91F44}"/>
          </ac:picMkLst>
        </pc:picChg>
        <pc:picChg chg="del">
          <ac:chgData name="Teuku Zaqirul Haq" userId="ba2e54e6-2541-4b76-a415-1d835fa90bc6" providerId="ADAL" clId="{C6FB25FA-26BA-400A-9060-BB491A072C07}" dt="2026-08-05T01:10:53.395" v="69" actId="478"/>
          <ac:picMkLst>
            <pc:docMk/>
            <pc:sldMk cId="2693573634" sldId="2147482343"/>
            <ac:picMk id="6" creationId="{539220E1-9667-6E0D-4915-DF4D9701220A}"/>
          </ac:picMkLst>
        </pc:picChg>
        <pc:picChg chg="del">
          <ac:chgData name="Teuku Zaqirul Haq" userId="ba2e54e6-2541-4b76-a415-1d835fa90bc6" providerId="ADAL" clId="{C6FB25FA-26BA-400A-9060-BB491A072C07}" dt="2026-08-05T01:10:53.395" v="69" actId="478"/>
          <ac:picMkLst>
            <pc:docMk/>
            <pc:sldMk cId="2693573634" sldId="2147482343"/>
            <ac:picMk id="18" creationId="{42654054-9202-9A29-6972-CDFB686A2B67}"/>
          </ac:picMkLst>
        </pc:picChg>
        <pc:picChg chg="del">
          <ac:chgData name="Teuku Zaqirul Haq" userId="ba2e54e6-2541-4b76-a415-1d835fa90bc6" providerId="ADAL" clId="{C6FB25FA-26BA-400A-9060-BB491A072C07}" dt="2026-08-05T01:10:53.395" v="69" actId="478"/>
          <ac:picMkLst>
            <pc:docMk/>
            <pc:sldMk cId="2693573634" sldId="2147482343"/>
            <ac:picMk id="19" creationId="{6EED79BF-B47F-24F1-0277-7E30F47B8BE0}"/>
          </ac:picMkLst>
        </pc:picChg>
        <pc:picChg chg="add del mod">
          <ac:chgData name="Teuku Zaqirul Haq" userId="ba2e54e6-2541-4b76-a415-1d835fa90bc6" providerId="ADAL" clId="{C6FB25FA-26BA-400A-9060-BB491A072C07}" dt="2026-08-05T01:10:53.395" v="69" actId="478"/>
          <ac:picMkLst>
            <pc:docMk/>
            <pc:sldMk cId="2693573634" sldId="2147482343"/>
            <ac:picMk id="22" creationId="{3204FD27-2B69-FC8F-EC7B-F46E9FDDB192}"/>
          </ac:picMkLst>
        </pc:picChg>
        <pc:picChg chg="add del mod">
          <ac:chgData name="Teuku Zaqirul Haq" userId="ba2e54e6-2541-4b76-a415-1d835fa90bc6" providerId="ADAL" clId="{C6FB25FA-26BA-400A-9060-BB491A072C07}" dt="2026-08-05T01:10:53.395" v="69" actId="478"/>
          <ac:picMkLst>
            <pc:docMk/>
            <pc:sldMk cId="2693573634" sldId="2147482343"/>
            <ac:picMk id="23" creationId="{5B54F0D0-8D6F-8D5F-263B-FBFD0DFC1B55}"/>
          </ac:picMkLst>
        </pc:picChg>
        <pc:picChg chg="add del mod">
          <ac:chgData name="Teuku Zaqirul Haq" userId="ba2e54e6-2541-4b76-a415-1d835fa90bc6" providerId="ADAL" clId="{C6FB25FA-26BA-400A-9060-BB491A072C07}" dt="2026-08-05T01:10:53.395" v="69" actId="478"/>
          <ac:picMkLst>
            <pc:docMk/>
            <pc:sldMk cId="2693573634" sldId="2147482343"/>
            <ac:picMk id="24" creationId="{C1F96C9A-C31F-34C7-BD12-00A30D7F9A6C}"/>
          </ac:picMkLst>
        </pc:picChg>
        <pc:picChg chg="add del mod">
          <ac:chgData name="Teuku Zaqirul Haq" userId="ba2e54e6-2541-4b76-a415-1d835fa90bc6" providerId="ADAL" clId="{C6FB25FA-26BA-400A-9060-BB491A072C07}" dt="2026-08-05T01:10:53.395" v="69" actId="478"/>
          <ac:picMkLst>
            <pc:docMk/>
            <pc:sldMk cId="2693573634" sldId="2147482343"/>
            <ac:picMk id="25" creationId="{37541A6B-2494-4B32-6811-34C453F8C87C}"/>
          </ac:picMkLst>
        </pc:picChg>
        <pc:picChg chg="del">
          <ac:chgData name="Teuku Zaqirul Haq" userId="ba2e54e6-2541-4b76-a415-1d835fa90bc6" providerId="ADAL" clId="{C6FB25FA-26BA-400A-9060-BB491A072C07}" dt="2026-08-05T01:10:53.395" v="69" actId="478"/>
          <ac:picMkLst>
            <pc:docMk/>
            <pc:sldMk cId="2693573634" sldId="2147482343"/>
            <ac:picMk id="30" creationId="{CE8B150A-1846-DFBD-CB94-E5A2598B2364}"/>
          </ac:picMkLst>
        </pc:picChg>
        <pc:picChg chg="add mod">
          <ac:chgData name="Teuku Zaqirul Haq" userId="ba2e54e6-2541-4b76-a415-1d835fa90bc6" providerId="ADAL" clId="{C6FB25FA-26BA-400A-9060-BB491A072C07}" dt="2026-08-05T01:15:13.586" v="128" actId="1076"/>
          <ac:picMkLst>
            <pc:docMk/>
            <pc:sldMk cId="2693573634" sldId="2147482343"/>
            <ac:picMk id="33" creationId="{0099A69A-84CE-6EC3-A4D0-D952D455983F}"/>
          </ac:picMkLst>
        </pc:picChg>
        <pc:picChg chg="del">
          <ac:chgData name="Teuku Zaqirul Haq" userId="ba2e54e6-2541-4b76-a415-1d835fa90bc6" providerId="ADAL" clId="{C6FB25FA-26BA-400A-9060-BB491A072C07}" dt="2026-08-05T01:10:53.395" v="69" actId="478"/>
          <ac:picMkLst>
            <pc:docMk/>
            <pc:sldMk cId="2693573634" sldId="2147482343"/>
            <ac:picMk id="36" creationId="{751EB62F-C761-D931-CB16-73E2CFE22CAD}"/>
          </ac:picMkLst>
        </pc:picChg>
        <pc:picChg chg="del">
          <ac:chgData name="Teuku Zaqirul Haq" userId="ba2e54e6-2541-4b76-a415-1d835fa90bc6" providerId="ADAL" clId="{C6FB25FA-26BA-400A-9060-BB491A072C07}" dt="2026-08-05T01:10:53.395" v="69" actId="478"/>
          <ac:picMkLst>
            <pc:docMk/>
            <pc:sldMk cId="2693573634" sldId="2147482343"/>
            <ac:picMk id="37" creationId="{73D2EFB5-2331-0CAA-8D1E-A0351BE4958C}"/>
          </ac:picMkLst>
        </pc:picChg>
        <pc:picChg chg="add mod">
          <ac:chgData name="Teuku Zaqirul Haq" userId="ba2e54e6-2541-4b76-a415-1d835fa90bc6" providerId="ADAL" clId="{C6FB25FA-26BA-400A-9060-BB491A072C07}" dt="2026-08-05T01:15:13.586" v="128" actId="1076"/>
          <ac:picMkLst>
            <pc:docMk/>
            <pc:sldMk cId="2693573634" sldId="2147482343"/>
            <ac:picMk id="1026" creationId="{59CA978C-CCD9-AA6F-973C-140797B79797}"/>
          </ac:picMkLst>
        </pc:picChg>
        <pc:picChg chg="add del mod">
          <ac:chgData name="Teuku Zaqirul Haq" userId="ba2e54e6-2541-4b76-a415-1d835fa90bc6" providerId="ADAL" clId="{C6FB25FA-26BA-400A-9060-BB491A072C07}" dt="2026-08-05T01:15:02.320" v="124" actId="21"/>
          <ac:picMkLst>
            <pc:docMk/>
            <pc:sldMk cId="2693573634" sldId="2147482343"/>
            <ac:picMk id="1030" creationId="{FB4FDC61-867B-C9D7-A448-530EB0299C54}"/>
          </ac:picMkLst>
        </pc:picChg>
      </pc:sldChg>
      <pc:sldChg chg="addSp delSp modSp add mod">
        <pc:chgData name="Teuku Zaqirul Haq" userId="ba2e54e6-2541-4b76-a415-1d835fa90bc6" providerId="ADAL" clId="{C6FB25FA-26BA-400A-9060-BB491A072C07}" dt="2026-08-05T01:25:45.817" v="366" actId="1076"/>
        <pc:sldMkLst>
          <pc:docMk/>
          <pc:sldMk cId="2429618699" sldId="2147482344"/>
        </pc:sldMkLst>
        <pc:spChg chg="del">
          <ac:chgData name="Teuku Zaqirul Haq" userId="ba2e54e6-2541-4b76-a415-1d835fa90bc6" providerId="ADAL" clId="{C6FB25FA-26BA-400A-9060-BB491A072C07}" dt="2026-08-05T01:25:13.207" v="360" actId="478"/>
          <ac:spMkLst>
            <pc:docMk/>
            <pc:sldMk cId="2429618699" sldId="2147482344"/>
            <ac:spMk id="4" creationId="{BCC9C249-3A25-5E27-E05A-68D22C585E5C}"/>
          </ac:spMkLst>
        </pc:spChg>
        <pc:spChg chg="mod">
          <ac:chgData name="Teuku Zaqirul Haq" userId="ba2e54e6-2541-4b76-a415-1d835fa90bc6" providerId="ADAL" clId="{C6FB25FA-26BA-400A-9060-BB491A072C07}" dt="2026-08-05T01:24:47.683" v="304" actId="20577"/>
          <ac:spMkLst>
            <pc:docMk/>
            <pc:sldMk cId="2429618699" sldId="2147482344"/>
            <ac:spMk id="7" creationId="{80A2AA55-56B3-6452-1B6F-BD2E469BDDD7}"/>
          </ac:spMkLst>
        </pc:spChg>
        <pc:spChg chg="mod">
          <ac:chgData name="Teuku Zaqirul Haq" userId="ba2e54e6-2541-4b76-a415-1d835fa90bc6" providerId="ADAL" clId="{C6FB25FA-26BA-400A-9060-BB491A072C07}" dt="2026-08-05T01:25:03.003" v="356" actId="20577"/>
          <ac:spMkLst>
            <pc:docMk/>
            <pc:sldMk cId="2429618699" sldId="2147482344"/>
            <ac:spMk id="8" creationId="{15A2EF8D-68A0-3529-740A-C8F5F081CEFF}"/>
          </ac:spMkLst>
        </pc:spChg>
        <pc:spChg chg="del">
          <ac:chgData name="Teuku Zaqirul Haq" userId="ba2e54e6-2541-4b76-a415-1d835fa90bc6" providerId="ADAL" clId="{C6FB25FA-26BA-400A-9060-BB491A072C07}" dt="2026-08-05T01:25:13.207" v="360" actId="478"/>
          <ac:spMkLst>
            <pc:docMk/>
            <pc:sldMk cId="2429618699" sldId="2147482344"/>
            <ac:spMk id="9" creationId="{480C3470-F3CE-39ED-A158-D73341F2BFED}"/>
          </ac:spMkLst>
        </pc:spChg>
        <pc:spChg chg="del">
          <ac:chgData name="Teuku Zaqirul Haq" userId="ba2e54e6-2541-4b76-a415-1d835fa90bc6" providerId="ADAL" clId="{C6FB25FA-26BA-400A-9060-BB491A072C07}" dt="2026-08-05T01:25:13.207" v="360" actId="478"/>
          <ac:spMkLst>
            <pc:docMk/>
            <pc:sldMk cId="2429618699" sldId="2147482344"/>
            <ac:spMk id="10" creationId="{EF6409F2-DFAE-95BA-7862-75A59FE50021}"/>
          </ac:spMkLst>
        </pc:spChg>
        <pc:spChg chg="del">
          <ac:chgData name="Teuku Zaqirul Haq" userId="ba2e54e6-2541-4b76-a415-1d835fa90bc6" providerId="ADAL" clId="{C6FB25FA-26BA-400A-9060-BB491A072C07}" dt="2026-08-05T01:25:13.207" v="360" actId="478"/>
          <ac:spMkLst>
            <pc:docMk/>
            <pc:sldMk cId="2429618699" sldId="2147482344"/>
            <ac:spMk id="11" creationId="{F75579BD-9590-1192-8905-F17E2F2AE279}"/>
          </ac:spMkLst>
        </pc:spChg>
        <pc:spChg chg="del">
          <ac:chgData name="Teuku Zaqirul Haq" userId="ba2e54e6-2541-4b76-a415-1d835fa90bc6" providerId="ADAL" clId="{C6FB25FA-26BA-400A-9060-BB491A072C07}" dt="2026-08-05T01:25:13.207" v="360" actId="478"/>
          <ac:spMkLst>
            <pc:docMk/>
            <pc:sldMk cId="2429618699" sldId="2147482344"/>
            <ac:spMk id="12" creationId="{3984EAC5-16E7-2F86-3512-E578CD0077CA}"/>
          </ac:spMkLst>
        </pc:spChg>
        <pc:spChg chg="del">
          <ac:chgData name="Teuku Zaqirul Haq" userId="ba2e54e6-2541-4b76-a415-1d835fa90bc6" providerId="ADAL" clId="{C6FB25FA-26BA-400A-9060-BB491A072C07}" dt="2026-08-05T01:25:13.207" v="360" actId="478"/>
          <ac:spMkLst>
            <pc:docMk/>
            <pc:sldMk cId="2429618699" sldId="2147482344"/>
            <ac:spMk id="13" creationId="{74113885-D706-AF66-6EB0-4EC23AF026EC}"/>
          </ac:spMkLst>
        </pc:spChg>
        <pc:spChg chg="del">
          <ac:chgData name="Teuku Zaqirul Haq" userId="ba2e54e6-2541-4b76-a415-1d835fa90bc6" providerId="ADAL" clId="{C6FB25FA-26BA-400A-9060-BB491A072C07}" dt="2026-08-05T01:25:13.207" v="360" actId="478"/>
          <ac:spMkLst>
            <pc:docMk/>
            <pc:sldMk cId="2429618699" sldId="2147482344"/>
            <ac:spMk id="14" creationId="{64EAFA79-987E-75EC-62E7-BAD65A154769}"/>
          </ac:spMkLst>
        </pc:spChg>
        <pc:spChg chg="del">
          <ac:chgData name="Teuku Zaqirul Haq" userId="ba2e54e6-2541-4b76-a415-1d835fa90bc6" providerId="ADAL" clId="{C6FB25FA-26BA-400A-9060-BB491A072C07}" dt="2026-08-05T01:25:13.207" v="360" actId="478"/>
          <ac:spMkLst>
            <pc:docMk/>
            <pc:sldMk cId="2429618699" sldId="2147482344"/>
            <ac:spMk id="15" creationId="{5A873D6F-A4CF-0EE4-5431-9F2D76F27648}"/>
          </ac:spMkLst>
        </pc:spChg>
        <pc:spChg chg="mod">
          <ac:chgData name="Teuku Zaqirul Haq" userId="ba2e54e6-2541-4b76-a415-1d835fa90bc6" providerId="ADAL" clId="{C6FB25FA-26BA-400A-9060-BB491A072C07}" dt="2026-08-05T01:25:06.050" v="358" actId="1076"/>
          <ac:spMkLst>
            <pc:docMk/>
            <pc:sldMk cId="2429618699" sldId="2147482344"/>
            <ac:spMk id="16" creationId="{AE1F4B07-8D31-DAF7-7712-6E77A231B0D7}"/>
          </ac:spMkLst>
        </pc:spChg>
        <pc:spChg chg="del">
          <ac:chgData name="Teuku Zaqirul Haq" userId="ba2e54e6-2541-4b76-a415-1d835fa90bc6" providerId="ADAL" clId="{C6FB25FA-26BA-400A-9060-BB491A072C07}" dt="2026-08-05T01:25:13.207" v="360" actId="478"/>
          <ac:spMkLst>
            <pc:docMk/>
            <pc:sldMk cId="2429618699" sldId="2147482344"/>
            <ac:spMk id="45" creationId="{1FEB2526-2509-1794-CB59-50164CFC5C54}"/>
          </ac:spMkLst>
        </pc:spChg>
        <pc:spChg chg="del">
          <ac:chgData name="Teuku Zaqirul Haq" userId="ba2e54e6-2541-4b76-a415-1d835fa90bc6" providerId="ADAL" clId="{C6FB25FA-26BA-400A-9060-BB491A072C07}" dt="2026-08-05T01:25:13.207" v="360" actId="478"/>
          <ac:spMkLst>
            <pc:docMk/>
            <pc:sldMk cId="2429618699" sldId="2147482344"/>
            <ac:spMk id="54" creationId="{FE2A8051-805C-9AF6-F073-FD23878CC77B}"/>
          </ac:spMkLst>
        </pc:spChg>
        <pc:spChg chg="del">
          <ac:chgData name="Teuku Zaqirul Haq" userId="ba2e54e6-2541-4b76-a415-1d835fa90bc6" providerId="ADAL" clId="{C6FB25FA-26BA-400A-9060-BB491A072C07}" dt="2026-08-05T01:25:13.207" v="360" actId="478"/>
          <ac:spMkLst>
            <pc:docMk/>
            <pc:sldMk cId="2429618699" sldId="2147482344"/>
            <ac:spMk id="55" creationId="{9EACA135-9EDD-A422-BA1C-E657442D74A6}"/>
          </ac:spMkLst>
        </pc:spChg>
        <pc:graphicFrameChg chg="del">
          <ac:chgData name="Teuku Zaqirul Haq" userId="ba2e54e6-2541-4b76-a415-1d835fa90bc6" providerId="ADAL" clId="{C6FB25FA-26BA-400A-9060-BB491A072C07}" dt="2026-08-05T01:25:13.207" v="360" actId="478"/>
          <ac:graphicFrameMkLst>
            <pc:docMk/>
            <pc:sldMk cId="2429618699" sldId="2147482344"/>
            <ac:graphicFrameMk id="3" creationId="{FEE78C53-0782-D113-78BB-71FFA30FD828}"/>
          </ac:graphicFrameMkLst>
        </pc:graphicFrameChg>
        <pc:graphicFrameChg chg="del">
          <ac:chgData name="Teuku Zaqirul Haq" userId="ba2e54e6-2541-4b76-a415-1d835fa90bc6" providerId="ADAL" clId="{C6FB25FA-26BA-400A-9060-BB491A072C07}" dt="2026-08-05T01:25:13.207" v="360" actId="478"/>
          <ac:graphicFrameMkLst>
            <pc:docMk/>
            <pc:sldMk cId="2429618699" sldId="2147482344"/>
            <ac:graphicFrameMk id="17" creationId="{42CE66A2-1859-ADC8-C2B8-E750A3C5D031}"/>
          </ac:graphicFrameMkLst>
        </pc:graphicFrameChg>
        <pc:graphicFrameChg chg="del">
          <ac:chgData name="Teuku Zaqirul Haq" userId="ba2e54e6-2541-4b76-a415-1d835fa90bc6" providerId="ADAL" clId="{C6FB25FA-26BA-400A-9060-BB491A072C07}" dt="2026-08-05T01:25:13.207" v="360" actId="478"/>
          <ac:graphicFrameMkLst>
            <pc:docMk/>
            <pc:sldMk cId="2429618699" sldId="2147482344"/>
            <ac:graphicFrameMk id="27" creationId="{9E5DF3DA-FFD3-09F3-8C7D-69854E6CB36C}"/>
          </ac:graphicFrameMkLst>
        </pc:graphicFrameChg>
        <pc:picChg chg="del">
          <ac:chgData name="Teuku Zaqirul Haq" userId="ba2e54e6-2541-4b76-a415-1d835fa90bc6" providerId="ADAL" clId="{C6FB25FA-26BA-400A-9060-BB491A072C07}" dt="2026-08-05T01:25:09.034" v="359" actId="478"/>
          <ac:picMkLst>
            <pc:docMk/>
            <pc:sldMk cId="2429618699" sldId="2147482344"/>
            <ac:picMk id="5" creationId="{B2F4CF45-9F19-298F-A299-412191D91F44}"/>
          </ac:picMkLst>
        </pc:picChg>
        <pc:picChg chg="del">
          <ac:chgData name="Teuku Zaqirul Haq" userId="ba2e54e6-2541-4b76-a415-1d835fa90bc6" providerId="ADAL" clId="{C6FB25FA-26BA-400A-9060-BB491A072C07}" dt="2026-08-05T01:25:09.034" v="359" actId="478"/>
          <ac:picMkLst>
            <pc:docMk/>
            <pc:sldMk cId="2429618699" sldId="2147482344"/>
            <ac:picMk id="6" creationId="{539220E1-9667-6E0D-4915-DF4D9701220A}"/>
          </ac:picMkLst>
        </pc:picChg>
        <pc:picChg chg="del">
          <ac:chgData name="Teuku Zaqirul Haq" userId="ba2e54e6-2541-4b76-a415-1d835fa90bc6" providerId="ADAL" clId="{C6FB25FA-26BA-400A-9060-BB491A072C07}" dt="2026-08-05T01:25:09.034" v="359" actId="478"/>
          <ac:picMkLst>
            <pc:docMk/>
            <pc:sldMk cId="2429618699" sldId="2147482344"/>
            <ac:picMk id="18" creationId="{42654054-9202-9A29-6972-CDFB686A2B67}"/>
          </ac:picMkLst>
        </pc:picChg>
        <pc:picChg chg="del">
          <ac:chgData name="Teuku Zaqirul Haq" userId="ba2e54e6-2541-4b76-a415-1d835fa90bc6" providerId="ADAL" clId="{C6FB25FA-26BA-400A-9060-BB491A072C07}" dt="2026-08-05T01:25:13.207" v="360" actId="478"/>
          <ac:picMkLst>
            <pc:docMk/>
            <pc:sldMk cId="2429618699" sldId="2147482344"/>
            <ac:picMk id="19" creationId="{6EED79BF-B47F-24F1-0277-7E30F47B8BE0}"/>
          </ac:picMkLst>
        </pc:picChg>
        <pc:picChg chg="add mod">
          <ac:chgData name="Teuku Zaqirul Haq" userId="ba2e54e6-2541-4b76-a415-1d835fa90bc6" providerId="ADAL" clId="{C6FB25FA-26BA-400A-9060-BB491A072C07}" dt="2026-08-05T01:25:45.817" v="366" actId="1076"/>
          <ac:picMkLst>
            <pc:docMk/>
            <pc:sldMk cId="2429618699" sldId="2147482344"/>
            <ac:picMk id="20" creationId="{D92F7E46-FF68-BF47-FE6E-DE6133AB7ABA}"/>
          </ac:picMkLst>
        </pc:picChg>
        <pc:picChg chg="del">
          <ac:chgData name="Teuku Zaqirul Haq" userId="ba2e54e6-2541-4b76-a415-1d835fa90bc6" providerId="ADAL" clId="{C6FB25FA-26BA-400A-9060-BB491A072C07}" dt="2026-08-05T01:25:09.034" v="359" actId="478"/>
          <ac:picMkLst>
            <pc:docMk/>
            <pc:sldMk cId="2429618699" sldId="2147482344"/>
            <ac:picMk id="30" creationId="{CE8B150A-1846-DFBD-CB94-E5A2598B2364}"/>
          </ac:picMkLst>
        </pc:picChg>
        <pc:picChg chg="del">
          <ac:chgData name="Teuku Zaqirul Haq" userId="ba2e54e6-2541-4b76-a415-1d835fa90bc6" providerId="ADAL" clId="{C6FB25FA-26BA-400A-9060-BB491A072C07}" dt="2026-08-05T01:25:09.034" v="359" actId="478"/>
          <ac:picMkLst>
            <pc:docMk/>
            <pc:sldMk cId="2429618699" sldId="2147482344"/>
            <ac:picMk id="36" creationId="{751EB62F-C761-D931-CB16-73E2CFE22CAD}"/>
          </ac:picMkLst>
        </pc:picChg>
        <pc:picChg chg="del">
          <ac:chgData name="Teuku Zaqirul Haq" userId="ba2e54e6-2541-4b76-a415-1d835fa90bc6" providerId="ADAL" clId="{C6FB25FA-26BA-400A-9060-BB491A072C07}" dt="2026-08-05T01:25:13.207" v="360" actId="478"/>
          <ac:picMkLst>
            <pc:docMk/>
            <pc:sldMk cId="2429618699" sldId="2147482344"/>
            <ac:picMk id="37" creationId="{73D2EFB5-2331-0CAA-8D1E-A0351BE4958C}"/>
          </ac:picMkLst>
        </pc:picChg>
      </pc:sldChg>
      <pc:sldChg chg="del">
        <pc:chgData name="Teuku Zaqirul Haq" userId="ba2e54e6-2541-4b76-a415-1d835fa90bc6" providerId="ADAL" clId="{C6FB25FA-26BA-400A-9060-BB491A072C07}" dt="2026-08-19T07:15:15.363" v="1411" actId="47"/>
        <pc:sldMkLst>
          <pc:docMk/>
          <pc:sldMk cId="357262967" sldId="2147482345"/>
        </pc:sldMkLst>
      </pc:sldChg>
      <pc:sldChg chg="modSp mod">
        <pc:chgData name="Teuku Zaqirul Haq" userId="ba2e54e6-2541-4b76-a415-1d835fa90bc6" providerId="ADAL" clId="{C6FB25FA-26BA-400A-9060-BB491A072C07}" dt="2026-08-19T07:16:45.549" v="1424" actId="14826"/>
        <pc:sldMkLst>
          <pc:docMk/>
          <pc:sldMk cId="3494623890" sldId="2147482379"/>
        </pc:sldMkLst>
        <pc:graphicFrameChg chg="modGraphic">
          <ac:chgData name="Teuku Zaqirul Haq" userId="ba2e54e6-2541-4b76-a415-1d835fa90bc6" providerId="ADAL" clId="{C6FB25FA-26BA-400A-9060-BB491A072C07}" dt="2026-08-19T07:15:23.650" v="1417" actId="20577"/>
          <ac:graphicFrameMkLst>
            <pc:docMk/>
            <pc:sldMk cId="3494623890" sldId="2147482379"/>
            <ac:graphicFrameMk id="17" creationId="{42CE66A2-1859-ADC8-C2B8-E750A3C5D031}"/>
          </ac:graphicFrameMkLst>
        </pc:graphicFrameChg>
        <pc:picChg chg="mod">
          <ac:chgData name="Teuku Zaqirul Haq" userId="ba2e54e6-2541-4b76-a415-1d835fa90bc6" providerId="ADAL" clId="{C6FB25FA-26BA-400A-9060-BB491A072C07}" dt="2026-08-19T07:15:35.124" v="1418" actId="14826"/>
          <ac:picMkLst>
            <pc:docMk/>
            <pc:sldMk cId="3494623890" sldId="2147482379"/>
            <ac:picMk id="20" creationId="{7CB49BDB-1E01-D2F2-0FDA-675ED85C06BA}"/>
          </ac:picMkLst>
        </pc:picChg>
        <pc:picChg chg="mod">
          <ac:chgData name="Teuku Zaqirul Haq" userId="ba2e54e6-2541-4b76-a415-1d835fa90bc6" providerId="ADAL" clId="{C6FB25FA-26BA-400A-9060-BB491A072C07}" dt="2026-08-19T07:15:43.349" v="1419" actId="14826"/>
          <ac:picMkLst>
            <pc:docMk/>
            <pc:sldMk cId="3494623890" sldId="2147482379"/>
            <ac:picMk id="21" creationId="{8F09232E-25FB-478E-790F-F3B25661A5B8}"/>
          </ac:picMkLst>
        </pc:picChg>
        <pc:picChg chg="mod">
          <ac:chgData name="Teuku Zaqirul Haq" userId="ba2e54e6-2541-4b76-a415-1d835fa90bc6" providerId="ADAL" clId="{C6FB25FA-26BA-400A-9060-BB491A072C07}" dt="2026-08-19T07:15:51.054" v="1420" actId="14826"/>
          <ac:picMkLst>
            <pc:docMk/>
            <pc:sldMk cId="3494623890" sldId="2147482379"/>
            <ac:picMk id="24" creationId="{C5CFC7C8-3234-7AAA-72AF-82D5EB751F0B}"/>
          </ac:picMkLst>
        </pc:picChg>
        <pc:picChg chg="mod">
          <ac:chgData name="Teuku Zaqirul Haq" userId="ba2e54e6-2541-4b76-a415-1d835fa90bc6" providerId="ADAL" clId="{C6FB25FA-26BA-400A-9060-BB491A072C07}" dt="2026-08-19T07:16:03.649" v="1421" actId="14826"/>
          <ac:picMkLst>
            <pc:docMk/>
            <pc:sldMk cId="3494623890" sldId="2147482379"/>
            <ac:picMk id="25" creationId="{F0597109-E3FA-1F5E-DF9C-BA90C2A30083}"/>
          </ac:picMkLst>
        </pc:picChg>
        <pc:picChg chg="mod">
          <ac:chgData name="Teuku Zaqirul Haq" userId="ba2e54e6-2541-4b76-a415-1d835fa90bc6" providerId="ADAL" clId="{C6FB25FA-26BA-400A-9060-BB491A072C07}" dt="2026-08-19T07:16:45.549" v="1424" actId="14826"/>
          <ac:picMkLst>
            <pc:docMk/>
            <pc:sldMk cId="3494623890" sldId="2147482379"/>
            <ac:picMk id="26" creationId="{3D76B4DA-1428-57A4-BA76-7782982D1EBC}"/>
          </ac:picMkLst>
        </pc:picChg>
        <pc:picChg chg="mod">
          <ac:chgData name="Teuku Zaqirul Haq" userId="ba2e54e6-2541-4b76-a415-1d835fa90bc6" providerId="ADAL" clId="{C6FB25FA-26BA-400A-9060-BB491A072C07}" dt="2026-08-19T07:16:36.016" v="1423" actId="14826"/>
          <ac:picMkLst>
            <pc:docMk/>
            <pc:sldMk cId="3494623890" sldId="2147482379"/>
            <ac:picMk id="28" creationId="{AA4917B8-6609-1050-F2DB-39541B6C35B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2075" y="746125"/>
            <a:ext cx="6623050" cy="37258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0720" y="4721186"/>
            <a:ext cx="5445760" cy="4472702"/>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3900" cy="2551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4294967295"/>
          </p:nvPr>
        </p:nvSpPr>
        <p:spPr/>
        <p:txBody>
          <a:bodyPr lIns="91376" tIns="45688" rIns="91376" bIns="45688"/>
          <a:lstStyle/>
          <a:p>
            <a:pPr algn="r" defTabSz="456880">
              <a:buClrTx/>
              <a:defRPr/>
            </a:pPr>
            <a:fld id="{3894B75E-A08E-4710-BDE0-1A4E34E5681A}" type="slidenum">
              <a:rPr lang="en-US" sz="1200" kern="1200">
                <a:solidFill>
                  <a:prstClr val="black"/>
                </a:solidFill>
                <a:latin typeface="Calibri" panose="020F0502020204030204"/>
                <a:ea typeface="+mn-ea"/>
                <a:cs typeface="+mn-cs"/>
              </a:rPr>
              <a:pPr algn="r" defTabSz="456880">
                <a:buClrTx/>
                <a:defRPr/>
              </a:pPr>
              <a:t>1</a:t>
            </a:fld>
            <a:endParaRPr lang="en-US" sz="1200" kern="1200">
              <a:solidFill>
                <a:prstClr val="black"/>
              </a:solidFill>
              <a:latin typeface="Calibri" panose="020F0502020204030204"/>
              <a:ea typeface="+mn-ea"/>
              <a:cs typeface="+mn-cs"/>
            </a:endParaRPr>
          </a:p>
        </p:txBody>
      </p:sp>
    </p:spTree>
    <p:extLst>
      <p:ext uri="{BB962C8B-B14F-4D97-AF65-F5344CB8AC3E}">
        <p14:creationId xmlns:p14="http://schemas.microsoft.com/office/powerpoint/2010/main" val="1804690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5BFE-F68C-BEAF-93A3-A77114088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52653-A905-DEDE-C939-9DCD1885B272}"/>
              </a:ext>
            </a:extLst>
          </p:cNvPr>
          <p:cNvSpPr>
            <a:spLocks noGrp="1" noRot="1" noChangeAspect="1"/>
          </p:cNvSpPr>
          <p:nvPr>
            <p:ph type="sldImg"/>
          </p:nvPr>
        </p:nvSpPr>
        <p:spPr>
          <a:xfrm>
            <a:off x="92075" y="746125"/>
            <a:ext cx="6623050" cy="3725863"/>
          </a:xfrm>
        </p:spPr>
      </p:sp>
      <p:sp>
        <p:nvSpPr>
          <p:cNvPr id="3" name="Notes Placeholder 2">
            <a:extLst>
              <a:ext uri="{FF2B5EF4-FFF2-40B4-BE49-F238E27FC236}">
                <a16:creationId xmlns:a16="http://schemas.microsoft.com/office/drawing/2014/main" id="{E1910CC1-55B8-C500-41BD-E8CC814E5516}"/>
              </a:ext>
            </a:extLst>
          </p:cNvPr>
          <p:cNvSpPr>
            <a:spLocks noGrp="1"/>
          </p:cNvSpPr>
          <p:nvPr>
            <p:ph type="body" idx="1"/>
          </p:nvPr>
        </p:nvSpPr>
        <p:spPr/>
        <p:txBody>
          <a:bodyPr/>
          <a:lstStyle/>
          <a:p>
            <a:endParaRPr lang="id-ID"/>
          </a:p>
        </p:txBody>
      </p:sp>
      <p:sp>
        <p:nvSpPr>
          <p:cNvPr id="4" name="Slide Number Placeholder 3">
            <a:extLst>
              <a:ext uri="{FF2B5EF4-FFF2-40B4-BE49-F238E27FC236}">
                <a16:creationId xmlns:a16="http://schemas.microsoft.com/office/drawing/2014/main" id="{81359DE6-6295-C10D-B5C1-FAA29A4794B5}"/>
              </a:ext>
            </a:extLst>
          </p:cNvPr>
          <p:cNvSpPr>
            <a:spLocks noGrp="1"/>
          </p:cNvSpPr>
          <p:nvPr>
            <p:ph type="sldNum" sz="quarter" idx="5"/>
          </p:nvPr>
        </p:nvSpPr>
        <p:spPr/>
        <p:txBody>
          <a:bodyPr/>
          <a:lstStyle/>
          <a:p>
            <a:fld id="{D56D050F-9287-4F22-AEA7-AF99A2CDC098}" type="slidenum">
              <a:rPr lang="id-ID" smtClean="0"/>
              <a:t>3</a:t>
            </a:fld>
            <a:endParaRPr lang="id-ID"/>
          </a:p>
        </p:txBody>
      </p:sp>
    </p:spTree>
    <p:extLst>
      <p:ext uri="{BB962C8B-B14F-4D97-AF65-F5344CB8AC3E}">
        <p14:creationId xmlns:p14="http://schemas.microsoft.com/office/powerpoint/2010/main" val="3358480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5BFE-F68C-BEAF-93A3-A77114088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52653-A905-DEDE-C939-9DCD1885B272}"/>
              </a:ext>
            </a:extLst>
          </p:cNvPr>
          <p:cNvSpPr>
            <a:spLocks noGrp="1" noRot="1" noChangeAspect="1"/>
          </p:cNvSpPr>
          <p:nvPr>
            <p:ph type="sldImg"/>
          </p:nvPr>
        </p:nvSpPr>
        <p:spPr>
          <a:xfrm>
            <a:off x="92075" y="746125"/>
            <a:ext cx="6623050" cy="3725863"/>
          </a:xfrm>
        </p:spPr>
      </p:sp>
      <p:sp>
        <p:nvSpPr>
          <p:cNvPr id="3" name="Notes Placeholder 2">
            <a:extLst>
              <a:ext uri="{FF2B5EF4-FFF2-40B4-BE49-F238E27FC236}">
                <a16:creationId xmlns:a16="http://schemas.microsoft.com/office/drawing/2014/main" id="{E1910CC1-55B8-C500-41BD-E8CC814E5516}"/>
              </a:ext>
            </a:extLst>
          </p:cNvPr>
          <p:cNvSpPr>
            <a:spLocks noGrp="1"/>
          </p:cNvSpPr>
          <p:nvPr>
            <p:ph type="body" idx="1"/>
          </p:nvPr>
        </p:nvSpPr>
        <p:spPr/>
        <p:txBody>
          <a:bodyPr/>
          <a:lstStyle/>
          <a:p>
            <a:endParaRPr lang="id-ID"/>
          </a:p>
        </p:txBody>
      </p:sp>
      <p:sp>
        <p:nvSpPr>
          <p:cNvPr id="4" name="Slide Number Placeholder 3">
            <a:extLst>
              <a:ext uri="{FF2B5EF4-FFF2-40B4-BE49-F238E27FC236}">
                <a16:creationId xmlns:a16="http://schemas.microsoft.com/office/drawing/2014/main" id="{81359DE6-6295-C10D-B5C1-FAA29A4794B5}"/>
              </a:ext>
            </a:extLst>
          </p:cNvPr>
          <p:cNvSpPr>
            <a:spLocks noGrp="1"/>
          </p:cNvSpPr>
          <p:nvPr>
            <p:ph type="sldNum" sz="quarter" idx="5"/>
          </p:nvPr>
        </p:nvSpPr>
        <p:spPr/>
        <p:txBody>
          <a:bodyPr/>
          <a:lstStyle/>
          <a:p>
            <a:fld id="{D56D050F-9287-4F22-AEA7-AF99A2CDC098}" type="slidenum">
              <a:rPr lang="id-ID" smtClean="0"/>
              <a:t>4</a:t>
            </a:fld>
            <a:endParaRPr lang="id-ID"/>
          </a:p>
        </p:txBody>
      </p:sp>
    </p:spTree>
    <p:extLst>
      <p:ext uri="{BB962C8B-B14F-4D97-AF65-F5344CB8AC3E}">
        <p14:creationId xmlns:p14="http://schemas.microsoft.com/office/powerpoint/2010/main" val="2193387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5BFE-F68C-BEAF-93A3-A77114088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52653-A905-DEDE-C939-9DCD1885B272}"/>
              </a:ext>
            </a:extLst>
          </p:cNvPr>
          <p:cNvSpPr>
            <a:spLocks noGrp="1" noRot="1" noChangeAspect="1"/>
          </p:cNvSpPr>
          <p:nvPr>
            <p:ph type="sldImg"/>
          </p:nvPr>
        </p:nvSpPr>
        <p:spPr>
          <a:xfrm>
            <a:off x="92075" y="746125"/>
            <a:ext cx="6623050" cy="3725863"/>
          </a:xfrm>
        </p:spPr>
      </p:sp>
      <p:sp>
        <p:nvSpPr>
          <p:cNvPr id="3" name="Notes Placeholder 2">
            <a:extLst>
              <a:ext uri="{FF2B5EF4-FFF2-40B4-BE49-F238E27FC236}">
                <a16:creationId xmlns:a16="http://schemas.microsoft.com/office/drawing/2014/main" id="{E1910CC1-55B8-C500-41BD-E8CC814E5516}"/>
              </a:ext>
            </a:extLst>
          </p:cNvPr>
          <p:cNvSpPr>
            <a:spLocks noGrp="1"/>
          </p:cNvSpPr>
          <p:nvPr>
            <p:ph type="body" idx="1"/>
          </p:nvPr>
        </p:nvSpPr>
        <p:spPr/>
        <p:txBody>
          <a:bodyPr/>
          <a:lstStyle/>
          <a:p>
            <a:endParaRPr lang="id-ID"/>
          </a:p>
        </p:txBody>
      </p:sp>
      <p:sp>
        <p:nvSpPr>
          <p:cNvPr id="4" name="Slide Number Placeholder 3">
            <a:extLst>
              <a:ext uri="{FF2B5EF4-FFF2-40B4-BE49-F238E27FC236}">
                <a16:creationId xmlns:a16="http://schemas.microsoft.com/office/drawing/2014/main" id="{81359DE6-6295-C10D-B5C1-FAA29A4794B5}"/>
              </a:ext>
            </a:extLst>
          </p:cNvPr>
          <p:cNvSpPr>
            <a:spLocks noGrp="1"/>
          </p:cNvSpPr>
          <p:nvPr>
            <p:ph type="sldNum" sz="quarter" idx="5"/>
          </p:nvPr>
        </p:nvSpPr>
        <p:spPr/>
        <p:txBody>
          <a:bodyPr/>
          <a:lstStyle/>
          <a:p>
            <a:fld id="{D56D050F-9287-4F22-AEA7-AF99A2CDC098}" type="slidenum">
              <a:rPr lang="id-ID" smtClean="0"/>
              <a:t>5</a:t>
            </a:fld>
            <a:endParaRPr lang="id-ID"/>
          </a:p>
        </p:txBody>
      </p:sp>
    </p:spTree>
    <p:extLst>
      <p:ext uri="{BB962C8B-B14F-4D97-AF65-F5344CB8AC3E}">
        <p14:creationId xmlns:p14="http://schemas.microsoft.com/office/powerpoint/2010/main" val="601499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7F54B-A188-25F0-E797-747D16B75D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4443F-7E9D-2A64-C98E-BD2CBA52266F}"/>
              </a:ext>
            </a:extLst>
          </p:cNvPr>
          <p:cNvSpPr>
            <a:spLocks noGrp="1" noRot="1" noChangeAspect="1"/>
          </p:cNvSpPr>
          <p:nvPr>
            <p:ph type="sldImg"/>
          </p:nvPr>
        </p:nvSpPr>
        <p:spPr>
          <a:xfrm>
            <a:off x="92075" y="746125"/>
            <a:ext cx="6623050" cy="3725863"/>
          </a:xfrm>
        </p:spPr>
      </p:sp>
      <p:sp>
        <p:nvSpPr>
          <p:cNvPr id="3" name="Notes Placeholder 2">
            <a:extLst>
              <a:ext uri="{FF2B5EF4-FFF2-40B4-BE49-F238E27FC236}">
                <a16:creationId xmlns:a16="http://schemas.microsoft.com/office/drawing/2014/main" id="{24A1F8DF-D993-BAEE-11F8-98C9A6610D01}"/>
              </a:ext>
            </a:extLst>
          </p:cNvPr>
          <p:cNvSpPr>
            <a:spLocks noGrp="1"/>
          </p:cNvSpPr>
          <p:nvPr>
            <p:ph type="body" idx="1"/>
          </p:nvPr>
        </p:nvSpPr>
        <p:spPr/>
        <p:txBody>
          <a:bodyPr/>
          <a:lstStyle/>
          <a:p>
            <a:endParaRPr lang="id-ID"/>
          </a:p>
        </p:txBody>
      </p:sp>
      <p:sp>
        <p:nvSpPr>
          <p:cNvPr id="4" name="Slide Number Placeholder 3">
            <a:extLst>
              <a:ext uri="{FF2B5EF4-FFF2-40B4-BE49-F238E27FC236}">
                <a16:creationId xmlns:a16="http://schemas.microsoft.com/office/drawing/2014/main" id="{6FEB620F-C44E-10E2-D134-FC183FABE6B4}"/>
              </a:ext>
            </a:extLst>
          </p:cNvPr>
          <p:cNvSpPr>
            <a:spLocks noGrp="1"/>
          </p:cNvSpPr>
          <p:nvPr>
            <p:ph type="sldNum" sz="quarter" idx="5"/>
          </p:nvPr>
        </p:nvSpPr>
        <p:spPr/>
        <p:txBody>
          <a:bodyPr/>
          <a:lstStyle/>
          <a:p>
            <a:fld id="{D56D050F-9287-4F22-AEA7-AF99A2CDC098}" type="slidenum">
              <a:rPr lang="id-ID" smtClean="0"/>
              <a:t>6</a:t>
            </a:fld>
            <a:endParaRPr lang="id-ID"/>
          </a:p>
        </p:txBody>
      </p:sp>
    </p:spTree>
    <p:extLst>
      <p:ext uri="{BB962C8B-B14F-4D97-AF65-F5344CB8AC3E}">
        <p14:creationId xmlns:p14="http://schemas.microsoft.com/office/powerpoint/2010/main" val="1122539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3900" cy="2551112"/>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4294967295"/>
          </p:nvPr>
        </p:nvSpPr>
        <p:spPr/>
        <p:txBody>
          <a:bodyPr lIns="91376" tIns="45688" rIns="91376" bIns="45688"/>
          <a:lstStyle/>
          <a:p>
            <a:pPr algn="r" defTabSz="456880">
              <a:buClrTx/>
              <a:defRPr/>
            </a:pPr>
            <a:fld id="{3894B75E-A08E-4710-BDE0-1A4E34E5681A}" type="slidenum">
              <a:rPr lang="en-US" sz="1200" kern="1200">
                <a:solidFill>
                  <a:prstClr val="black"/>
                </a:solidFill>
                <a:latin typeface="Calibri" panose="020F0502020204030204"/>
                <a:ea typeface="+mn-ea"/>
                <a:cs typeface="+mn-cs"/>
              </a:rPr>
              <a:pPr algn="r" defTabSz="456880">
                <a:buClrTx/>
                <a:defRPr/>
              </a:pPr>
              <a:t>8</a:t>
            </a:fld>
            <a:endParaRPr lang="en-US" sz="1200" kern="1200">
              <a:solidFill>
                <a:prstClr val="black"/>
              </a:solidFill>
              <a:latin typeface="Calibri" panose="020F0502020204030204"/>
              <a:ea typeface="+mn-ea"/>
              <a:cs typeface="+mn-cs"/>
            </a:endParaRPr>
          </a:p>
        </p:txBody>
      </p:sp>
    </p:spTree>
    <p:extLst>
      <p:ext uri="{BB962C8B-B14F-4D97-AF65-F5344CB8AC3E}">
        <p14:creationId xmlns:p14="http://schemas.microsoft.com/office/powerpoint/2010/main" val="808601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4"/>
          <p:cNvSpPr txBox="1">
            <a:spLocks noGrp="1"/>
          </p:cNvSpPr>
          <p:nvPr>
            <p:ph type="ctrTitle"/>
          </p:nvPr>
        </p:nvSpPr>
        <p:spPr>
          <a:xfrm>
            <a:off x="415616" y="992767"/>
            <a:ext cx="11360811" cy="2736900"/>
          </a:xfrm>
          <a:prstGeom prst="rect">
            <a:avLst/>
          </a:prstGeom>
          <a:noFill/>
          <a:ln>
            <a:noFill/>
          </a:ln>
        </p:spPr>
        <p:txBody>
          <a:bodyPr spcFirstLastPara="1" wrap="square" lIns="91425" tIns="91425" rIns="91425" bIns="91425" anchor="b" anchorCtr="0">
            <a:sp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4"/>
          <p:cNvSpPr txBox="1">
            <a:spLocks noGrp="1"/>
          </p:cNvSpPr>
          <p:nvPr>
            <p:ph type="subTitle" idx="1"/>
          </p:nvPr>
        </p:nvSpPr>
        <p:spPr>
          <a:xfrm>
            <a:off x="415605" y="3778833"/>
            <a:ext cx="11360811" cy="1056900"/>
          </a:xfrm>
          <a:prstGeom prst="rect">
            <a:avLst/>
          </a:prstGeom>
          <a:noFill/>
          <a:ln>
            <a:noFill/>
          </a:ln>
        </p:spPr>
        <p:txBody>
          <a:bodyPr spcFirstLastPara="1" wrap="square" lIns="91425" tIns="91425" rIns="91425" bIns="91425"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4"/>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25"/>
          <p:cNvSpPr txBox="1">
            <a:spLocks noGrp="1"/>
          </p:cNvSpPr>
          <p:nvPr>
            <p:ph type="title"/>
          </p:nvPr>
        </p:nvSpPr>
        <p:spPr>
          <a:xfrm>
            <a:off x="415605" y="593367"/>
            <a:ext cx="11360811" cy="763500"/>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25"/>
          <p:cNvSpPr txBox="1">
            <a:spLocks noGrp="1"/>
          </p:cNvSpPr>
          <p:nvPr>
            <p:ph type="body" idx="1"/>
          </p:nvPr>
        </p:nvSpPr>
        <p:spPr>
          <a:xfrm>
            <a:off x="415605" y="1536633"/>
            <a:ext cx="11360811" cy="4555200"/>
          </a:xfrm>
          <a:prstGeom prst="rect">
            <a:avLst/>
          </a:prstGeom>
          <a:noFill/>
          <a:ln>
            <a:noFill/>
          </a:ln>
        </p:spPr>
        <p:txBody>
          <a:bodyPr spcFirstLastPara="1" wrap="square" lIns="91425" tIns="91425" rIns="91425" bIns="91425" anchor="t" anchorCtr="0">
            <a:sp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25"/>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7"/>
          <p:cNvSpPr txBox="1">
            <a:spLocks noGrp="1"/>
          </p:cNvSpPr>
          <p:nvPr>
            <p:ph type="title"/>
          </p:nvPr>
        </p:nvSpPr>
        <p:spPr>
          <a:xfrm>
            <a:off x="415605" y="593367"/>
            <a:ext cx="11360811" cy="763500"/>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7"/>
          <p:cNvSpPr txBox="1">
            <a:spLocks noGrp="1"/>
          </p:cNvSpPr>
          <p:nvPr>
            <p:ph type="body" idx="1"/>
          </p:nvPr>
        </p:nvSpPr>
        <p:spPr>
          <a:xfrm>
            <a:off x="415605" y="1536633"/>
            <a:ext cx="5333402" cy="4555200"/>
          </a:xfrm>
          <a:prstGeom prst="rect">
            <a:avLst/>
          </a:prstGeom>
          <a:noFill/>
          <a:ln>
            <a:noFill/>
          </a:ln>
        </p:spPr>
        <p:txBody>
          <a:bodyPr spcFirstLastPara="1" wrap="square" lIns="91425" tIns="91425" rIns="91425" bIns="91425" anchor="t" anchorCtr="0">
            <a:sp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27"/>
          <p:cNvSpPr txBox="1">
            <a:spLocks noGrp="1"/>
          </p:cNvSpPr>
          <p:nvPr>
            <p:ph type="body" idx="2"/>
          </p:nvPr>
        </p:nvSpPr>
        <p:spPr>
          <a:xfrm>
            <a:off x="6443281" y="1536633"/>
            <a:ext cx="5333402" cy="4555200"/>
          </a:xfrm>
          <a:prstGeom prst="rect">
            <a:avLst/>
          </a:prstGeom>
          <a:noFill/>
          <a:ln>
            <a:noFill/>
          </a:ln>
        </p:spPr>
        <p:txBody>
          <a:bodyPr spcFirstLastPara="1" wrap="square" lIns="91425" tIns="91425" rIns="91425" bIns="91425" anchor="t" anchorCtr="0">
            <a:sp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27"/>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8"/>
          <p:cNvSpPr txBox="1">
            <a:spLocks noGrp="1"/>
          </p:cNvSpPr>
          <p:nvPr>
            <p:ph type="title"/>
          </p:nvPr>
        </p:nvSpPr>
        <p:spPr>
          <a:xfrm>
            <a:off x="415605" y="593367"/>
            <a:ext cx="11360811" cy="763500"/>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8"/>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29"/>
          <p:cNvSpPr txBox="1">
            <a:spLocks noGrp="1"/>
          </p:cNvSpPr>
          <p:nvPr>
            <p:ph type="title"/>
          </p:nvPr>
        </p:nvSpPr>
        <p:spPr>
          <a:xfrm>
            <a:off x="415605" y="740800"/>
            <a:ext cx="3744092" cy="1007700"/>
          </a:xfrm>
          <a:prstGeom prst="rect">
            <a:avLst/>
          </a:prstGeom>
          <a:noFill/>
          <a:ln>
            <a:noFill/>
          </a:ln>
        </p:spPr>
        <p:txBody>
          <a:bodyPr spcFirstLastPara="1" wrap="square" lIns="91425" tIns="91425" rIns="91425" bIns="91425" anchor="b" anchorCtr="0">
            <a:sp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29"/>
          <p:cNvSpPr txBox="1">
            <a:spLocks noGrp="1"/>
          </p:cNvSpPr>
          <p:nvPr>
            <p:ph type="body" idx="1"/>
          </p:nvPr>
        </p:nvSpPr>
        <p:spPr>
          <a:xfrm>
            <a:off x="415605" y="1852800"/>
            <a:ext cx="3744092" cy="4239300"/>
          </a:xfrm>
          <a:prstGeom prst="rect">
            <a:avLst/>
          </a:prstGeom>
          <a:noFill/>
          <a:ln>
            <a:noFill/>
          </a:ln>
        </p:spPr>
        <p:txBody>
          <a:bodyPr spcFirstLastPara="1" wrap="square" lIns="91425" tIns="91425" rIns="91425" bIns="91425" anchor="t" anchorCtr="0">
            <a:sp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29"/>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0"/>
          <p:cNvSpPr txBox="1">
            <a:spLocks noGrp="1"/>
          </p:cNvSpPr>
          <p:nvPr>
            <p:ph type="title"/>
          </p:nvPr>
        </p:nvSpPr>
        <p:spPr>
          <a:xfrm>
            <a:off x="653675" y="600200"/>
            <a:ext cx="8490598" cy="5454300"/>
          </a:xfrm>
          <a:prstGeom prst="rect">
            <a:avLst/>
          </a:prstGeom>
          <a:noFill/>
          <a:ln>
            <a:noFill/>
          </a:ln>
        </p:spPr>
        <p:txBody>
          <a:bodyPr spcFirstLastPara="1" wrap="square" lIns="91425" tIns="91425" rIns="91425" bIns="91425" anchor="ctr" anchorCtr="0">
            <a:sp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0"/>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1"/>
          <p:cNvSpPr/>
          <p:nvPr/>
        </p:nvSpPr>
        <p:spPr>
          <a:xfrm>
            <a:off x="6096077" y="-167"/>
            <a:ext cx="6096108"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1"/>
          <p:cNvSpPr txBox="1">
            <a:spLocks noGrp="1"/>
          </p:cNvSpPr>
          <p:nvPr>
            <p:ph type="title"/>
          </p:nvPr>
        </p:nvSpPr>
        <p:spPr>
          <a:xfrm>
            <a:off x="354004" y="1644233"/>
            <a:ext cx="5393606" cy="1976400"/>
          </a:xfrm>
          <a:prstGeom prst="rect">
            <a:avLst/>
          </a:prstGeom>
          <a:noFill/>
          <a:ln>
            <a:noFill/>
          </a:ln>
        </p:spPr>
        <p:txBody>
          <a:bodyPr spcFirstLastPara="1" wrap="square" lIns="91425" tIns="91425" rIns="91425" bIns="91425" anchor="b" anchorCtr="0">
            <a:sp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1"/>
          <p:cNvSpPr txBox="1">
            <a:spLocks noGrp="1"/>
          </p:cNvSpPr>
          <p:nvPr>
            <p:ph type="subTitle" idx="1"/>
          </p:nvPr>
        </p:nvSpPr>
        <p:spPr>
          <a:xfrm>
            <a:off x="354004" y="3737433"/>
            <a:ext cx="5393606" cy="1646700"/>
          </a:xfrm>
          <a:prstGeom prst="rect">
            <a:avLst/>
          </a:prstGeom>
          <a:noFill/>
          <a:ln>
            <a:noFill/>
          </a:ln>
        </p:spPr>
        <p:txBody>
          <a:bodyPr spcFirstLastPara="1" wrap="square" lIns="91425" tIns="91425" rIns="91425" bIns="91425" anchor="t" anchorCtr="0">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1"/>
          <p:cNvSpPr txBox="1">
            <a:spLocks noGrp="1"/>
          </p:cNvSpPr>
          <p:nvPr>
            <p:ph type="body" idx="2"/>
          </p:nvPr>
        </p:nvSpPr>
        <p:spPr>
          <a:xfrm>
            <a:off x="6586083" y="965433"/>
            <a:ext cx="5116224" cy="4926900"/>
          </a:xfrm>
          <a:prstGeom prst="rect">
            <a:avLst/>
          </a:prstGeom>
          <a:noFill/>
          <a:ln>
            <a:noFill/>
          </a:ln>
        </p:spPr>
        <p:txBody>
          <a:bodyPr spcFirstLastPara="1" wrap="square" lIns="91425" tIns="91425" rIns="91425" bIns="91425" anchor="ctr" anchorCtr="0">
            <a:sp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31"/>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2"/>
          <p:cNvSpPr txBox="1">
            <a:spLocks noGrp="1"/>
          </p:cNvSpPr>
          <p:nvPr>
            <p:ph type="body" idx="1"/>
          </p:nvPr>
        </p:nvSpPr>
        <p:spPr>
          <a:xfrm>
            <a:off x="415605" y="5640767"/>
            <a:ext cx="7998625" cy="806700"/>
          </a:xfrm>
          <a:prstGeom prst="rect">
            <a:avLst/>
          </a:prstGeom>
          <a:noFill/>
          <a:ln>
            <a:noFill/>
          </a:ln>
        </p:spPr>
        <p:txBody>
          <a:bodyPr spcFirstLastPara="1" wrap="square" lIns="91425" tIns="91425" rIns="91425" bIns="91425" anchor="ctr" anchorCtr="0">
            <a:sp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32"/>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33"/>
          <p:cNvSpPr txBox="1">
            <a:spLocks noGrp="1"/>
          </p:cNvSpPr>
          <p:nvPr>
            <p:ph type="title" hasCustomPrompt="1"/>
          </p:nvPr>
        </p:nvSpPr>
        <p:spPr>
          <a:xfrm>
            <a:off x="415605" y="2061638"/>
            <a:ext cx="11360811" cy="2031295"/>
          </a:xfrm>
          <a:prstGeom prst="rect">
            <a:avLst/>
          </a:prstGeom>
          <a:noFill/>
          <a:ln>
            <a:noFill/>
          </a:ln>
        </p:spPr>
        <p:txBody>
          <a:bodyPr spcFirstLastPara="1" wrap="square" lIns="91425" tIns="91425" rIns="91425" bIns="91425" anchor="b" anchorCtr="0">
            <a:sp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3"/>
          <p:cNvSpPr txBox="1">
            <a:spLocks noGrp="1"/>
          </p:cNvSpPr>
          <p:nvPr>
            <p:ph type="body" idx="1"/>
          </p:nvPr>
        </p:nvSpPr>
        <p:spPr>
          <a:xfrm>
            <a:off x="415605" y="4202967"/>
            <a:ext cx="11360811" cy="1734300"/>
          </a:xfrm>
          <a:prstGeom prst="rect">
            <a:avLst/>
          </a:prstGeom>
          <a:noFill/>
          <a:ln>
            <a:noFill/>
          </a:ln>
        </p:spPr>
        <p:txBody>
          <a:bodyPr spcFirstLastPara="1" wrap="square" lIns="91425" tIns="91425" rIns="91425" bIns="91425" anchor="t" anchorCtr="0">
            <a:sp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33"/>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35A44-356E-56E9-194A-4F610E36FA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51B7B5-9B3E-ACFC-0E82-4EDCD3BAC1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13333-0448-0A25-0C63-B947CFE6112D}"/>
              </a:ext>
            </a:extLst>
          </p:cNvPr>
          <p:cNvSpPr>
            <a:spLocks noGrp="1"/>
          </p:cNvSpPr>
          <p:nvPr>
            <p:ph type="dt" sz="half" idx="10"/>
          </p:nvPr>
        </p:nvSpPr>
        <p:spPr/>
        <p:txBody>
          <a:bodyPr/>
          <a:lstStyle/>
          <a:p>
            <a:fld id="{A3BAF205-E66E-4116-B396-B71881BB9B3E}" type="datetimeFigureOut">
              <a:rPr lang="en-US" smtClean="0"/>
              <a:t>8/19/2026</a:t>
            </a:fld>
            <a:endParaRPr lang="en-US"/>
          </a:p>
        </p:txBody>
      </p:sp>
      <p:sp>
        <p:nvSpPr>
          <p:cNvPr id="5" name="Footer Placeholder 4">
            <a:extLst>
              <a:ext uri="{FF2B5EF4-FFF2-40B4-BE49-F238E27FC236}">
                <a16:creationId xmlns:a16="http://schemas.microsoft.com/office/drawing/2014/main" id="{260B2360-5B28-DA03-724D-E8504E5F72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C63E82-396F-6EAA-62AF-C0CB1F51F034}"/>
              </a:ext>
            </a:extLst>
          </p:cNvPr>
          <p:cNvSpPr>
            <a:spLocks noGrp="1"/>
          </p:cNvSpPr>
          <p:nvPr>
            <p:ph type="sldNum" sz="quarter" idx="12"/>
          </p:nvPr>
        </p:nvSpPr>
        <p:spPr/>
        <p:txBody>
          <a:bodyPr/>
          <a:lstStyle/>
          <a:p>
            <a:fld id="{5084D51F-B222-4288-BE80-F77D6264C3C9}" type="slidenum">
              <a:rPr lang="en-US" smtClean="0"/>
              <a:t>‹#›</a:t>
            </a:fld>
            <a:endParaRPr lang="en-US"/>
          </a:p>
        </p:txBody>
      </p:sp>
    </p:spTree>
    <p:extLst>
      <p:ext uri="{BB962C8B-B14F-4D97-AF65-F5344CB8AC3E}">
        <p14:creationId xmlns:p14="http://schemas.microsoft.com/office/powerpoint/2010/main" val="487415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9FF2-B694-46E2-96DE-9350B2C36917}"/>
              </a:ext>
            </a:extLst>
          </p:cNvPr>
          <p:cNvSpPr>
            <a:spLocks noGrp="1"/>
          </p:cNvSpPr>
          <p:nvPr>
            <p:ph type="title" hasCustomPrompt="1"/>
          </p:nvPr>
        </p:nvSpPr>
        <p:spPr>
          <a:xfrm>
            <a:off x="2110582" y="250827"/>
            <a:ext cx="7970838" cy="600075"/>
          </a:xfrm>
          <a:prstGeom prst="rect">
            <a:avLst/>
          </a:prstGeom>
        </p:spPr>
        <p:txBody>
          <a:bodyPr/>
          <a:lstStyle>
            <a:lvl1pPr>
              <a:defRPr sz="2924" b="1">
                <a:solidFill>
                  <a:schemeClr val="bg1"/>
                </a:solidFill>
                <a:latin typeface="Myriad Pro SemiExt" panose="020B0705030403020204"/>
              </a:defRPr>
            </a:lvl1pPr>
          </a:lstStyle>
          <a:p>
            <a:r>
              <a:rPr lang="en-US"/>
              <a:t>CLICK TO EDIT MASTER TITLE STYLE</a:t>
            </a:r>
            <a:endParaRPr lang="en-ID"/>
          </a:p>
        </p:txBody>
      </p:sp>
    </p:spTree>
    <p:extLst>
      <p:ext uri="{BB962C8B-B14F-4D97-AF65-F5344CB8AC3E}">
        <p14:creationId xmlns:p14="http://schemas.microsoft.com/office/powerpoint/2010/main" val="9806773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Resources">
  <p:cSld name="Resources">
    <p:spTree>
      <p:nvGrpSpPr>
        <p:cNvPr id="1" name="Shape 80"/>
        <p:cNvGrpSpPr/>
        <p:nvPr/>
      </p:nvGrpSpPr>
      <p:grpSpPr>
        <a:xfrm>
          <a:off x="0" y="0"/>
          <a:ext cx="0" cy="0"/>
          <a:chOff x="0" y="0"/>
          <a:chExt cx="0" cy="0"/>
        </a:xfrm>
      </p:grpSpPr>
      <p:sp>
        <p:nvSpPr>
          <p:cNvPr id="81" name="Google Shape;81;p11"/>
          <p:cNvSpPr/>
          <p:nvPr/>
        </p:nvSpPr>
        <p:spPr>
          <a:xfrm rot="466977">
            <a:off x="5908800" y="-1312504"/>
            <a:ext cx="7994533" cy="8610120"/>
          </a:xfrm>
          <a:custGeom>
            <a:avLst/>
            <a:gdLst/>
            <a:ahLst/>
            <a:cxnLst/>
            <a:rect l="l" t="t" r="r" b="b"/>
            <a:pathLst>
              <a:path w="201481" h="208325" extrusionOk="0">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66AAA2">
              <a:alpha val="15560"/>
            </a:srgbClr>
          </a:solidFill>
          <a:ln>
            <a:noFill/>
          </a:ln>
        </p:spPr>
        <p:txBody>
          <a:bodyPr spcFirstLastPara="1" wrap="square" lIns="99012" tIns="99012" rIns="99012" bIns="99012" anchor="ctr" anchorCtr="0">
            <a:noAutofit/>
          </a:bodyPr>
          <a:lstStyle/>
          <a:p>
            <a:pPr marL="0" lvl="0" indent="0" algn="l" rtl="0">
              <a:spcBef>
                <a:spcPts val="0"/>
              </a:spcBef>
              <a:spcAft>
                <a:spcPts val="0"/>
              </a:spcAft>
              <a:buNone/>
            </a:pPr>
            <a:endParaRPr sz="1949"/>
          </a:p>
        </p:txBody>
      </p:sp>
      <p:sp>
        <p:nvSpPr>
          <p:cNvPr id="82" name="Google Shape;82;p11"/>
          <p:cNvSpPr txBox="1">
            <a:spLocks noGrp="1"/>
          </p:cNvSpPr>
          <p:nvPr>
            <p:ph type="body" idx="1"/>
          </p:nvPr>
        </p:nvSpPr>
        <p:spPr>
          <a:xfrm>
            <a:off x="856067" y="1627200"/>
            <a:ext cx="7077600" cy="1968000"/>
          </a:xfrm>
          <a:prstGeom prst="rect">
            <a:avLst/>
          </a:prstGeom>
        </p:spPr>
        <p:txBody>
          <a:bodyPr spcFirstLastPara="1" wrap="square" lIns="91425" tIns="91425" rIns="91425" bIns="91425" anchor="t" anchorCtr="0">
            <a:noAutofit/>
          </a:bodyPr>
          <a:lstStyle>
            <a:lvl1pPr marL="495105" lvl="0" indent="-330070" rtl="0">
              <a:spcBef>
                <a:spcPts val="0"/>
              </a:spcBef>
              <a:spcAft>
                <a:spcPts val="0"/>
              </a:spcAft>
              <a:buClr>
                <a:srgbClr val="000000"/>
              </a:buClr>
              <a:buSzPts val="1200"/>
              <a:buChar char="●"/>
              <a:defRPr>
                <a:solidFill>
                  <a:srgbClr val="000000"/>
                </a:solidFill>
              </a:defRPr>
            </a:lvl1pPr>
            <a:lvl2pPr marL="990210" lvl="1" indent="-330070" rtl="0">
              <a:spcBef>
                <a:spcPts val="1732"/>
              </a:spcBef>
              <a:spcAft>
                <a:spcPts val="0"/>
              </a:spcAft>
              <a:buClr>
                <a:srgbClr val="000000"/>
              </a:buClr>
              <a:buSzPts val="1200"/>
              <a:buChar char="○"/>
              <a:defRPr>
                <a:solidFill>
                  <a:srgbClr val="000000"/>
                </a:solidFill>
              </a:defRPr>
            </a:lvl2pPr>
            <a:lvl3pPr marL="1485314" lvl="2" indent="-330070" rtl="0">
              <a:spcBef>
                <a:spcPts val="1732"/>
              </a:spcBef>
              <a:spcAft>
                <a:spcPts val="0"/>
              </a:spcAft>
              <a:buClr>
                <a:srgbClr val="000000"/>
              </a:buClr>
              <a:buSzPts val="1200"/>
              <a:buChar char="■"/>
              <a:defRPr>
                <a:solidFill>
                  <a:srgbClr val="000000"/>
                </a:solidFill>
              </a:defRPr>
            </a:lvl3pPr>
            <a:lvl4pPr marL="1980419" lvl="3" indent="-330070" rtl="0">
              <a:spcBef>
                <a:spcPts val="1732"/>
              </a:spcBef>
              <a:spcAft>
                <a:spcPts val="0"/>
              </a:spcAft>
              <a:buClr>
                <a:srgbClr val="000000"/>
              </a:buClr>
              <a:buSzPts val="1200"/>
              <a:buChar char="●"/>
              <a:defRPr>
                <a:solidFill>
                  <a:srgbClr val="000000"/>
                </a:solidFill>
              </a:defRPr>
            </a:lvl4pPr>
            <a:lvl5pPr marL="2475524" lvl="4" indent="-330070" rtl="0">
              <a:spcBef>
                <a:spcPts val="1732"/>
              </a:spcBef>
              <a:spcAft>
                <a:spcPts val="0"/>
              </a:spcAft>
              <a:buClr>
                <a:srgbClr val="000000"/>
              </a:buClr>
              <a:buSzPts val="1200"/>
              <a:buChar char="○"/>
              <a:defRPr>
                <a:solidFill>
                  <a:srgbClr val="000000"/>
                </a:solidFill>
              </a:defRPr>
            </a:lvl5pPr>
            <a:lvl6pPr marL="2970629" lvl="5" indent="-330070" rtl="0">
              <a:spcBef>
                <a:spcPts val="1732"/>
              </a:spcBef>
              <a:spcAft>
                <a:spcPts val="0"/>
              </a:spcAft>
              <a:buClr>
                <a:srgbClr val="000000"/>
              </a:buClr>
              <a:buSzPts val="1200"/>
              <a:buChar char="■"/>
              <a:defRPr>
                <a:solidFill>
                  <a:srgbClr val="000000"/>
                </a:solidFill>
              </a:defRPr>
            </a:lvl6pPr>
            <a:lvl7pPr marL="3465733" lvl="6" indent="-330070" rtl="0">
              <a:spcBef>
                <a:spcPts val="1732"/>
              </a:spcBef>
              <a:spcAft>
                <a:spcPts val="0"/>
              </a:spcAft>
              <a:buClr>
                <a:srgbClr val="000000"/>
              </a:buClr>
              <a:buSzPts val="1200"/>
              <a:buChar char="●"/>
              <a:defRPr>
                <a:solidFill>
                  <a:srgbClr val="000000"/>
                </a:solidFill>
              </a:defRPr>
            </a:lvl7pPr>
            <a:lvl8pPr marL="3960838" lvl="7" indent="-330070" rtl="0">
              <a:spcBef>
                <a:spcPts val="1732"/>
              </a:spcBef>
              <a:spcAft>
                <a:spcPts val="0"/>
              </a:spcAft>
              <a:buClr>
                <a:srgbClr val="000000"/>
              </a:buClr>
              <a:buSzPts val="1200"/>
              <a:buChar char="○"/>
              <a:defRPr>
                <a:solidFill>
                  <a:srgbClr val="000000"/>
                </a:solidFill>
              </a:defRPr>
            </a:lvl8pPr>
            <a:lvl9pPr marL="4455943" lvl="8" indent="-330070" rtl="0">
              <a:spcBef>
                <a:spcPts val="1732"/>
              </a:spcBef>
              <a:spcAft>
                <a:spcPts val="1732"/>
              </a:spcAft>
              <a:buClr>
                <a:srgbClr val="000000"/>
              </a:buClr>
              <a:buSzPts val="1200"/>
              <a:buChar char="■"/>
              <a:defRPr>
                <a:solidFill>
                  <a:srgbClr val="000000"/>
                </a:solidFill>
              </a:defRPr>
            </a:lvl9pPr>
          </a:lstStyle>
          <a:p>
            <a:endParaRPr/>
          </a:p>
        </p:txBody>
      </p:sp>
      <p:sp>
        <p:nvSpPr>
          <p:cNvPr id="83" name="Google Shape;83;p11"/>
          <p:cNvSpPr txBox="1">
            <a:spLocks noGrp="1"/>
          </p:cNvSpPr>
          <p:nvPr>
            <p:ph type="title"/>
          </p:nvPr>
        </p:nvSpPr>
        <p:spPr>
          <a:xfrm>
            <a:off x="6297329" y="1683567"/>
            <a:ext cx="5077600" cy="1195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a:lvl1pPr>
            <a:lvl2pPr lvl="1" algn="r" rtl="0">
              <a:spcBef>
                <a:spcPts val="0"/>
              </a:spcBef>
              <a:spcAft>
                <a:spcPts val="0"/>
              </a:spcAft>
              <a:buClr>
                <a:srgbClr val="000000"/>
              </a:buClr>
              <a:buSzPts val="2800"/>
              <a:buNone/>
              <a:defRPr>
                <a:solidFill>
                  <a:srgbClr val="000000"/>
                </a:solidFill>
              </a:defRPr>
            </a:lvl2pPr>
            <a:lvl3pPr lvl="2" algn="r" rtl="0">
              <a:spcBef>
                <a:spcPts val="0"/>
              </a:spcBef>
              <a:spcAft>
                <a:spcPts val="0"/>
              </a:spcAft>
              <a:buClr>
                <a:srgbClr val="000000"/>
              </a:buClr>
              <a:buSzPts val="2800"/>
              <a:buNone/>
              <a:defRPr>
                <a:solidFill>
                  <a:srgbClr val="000000"/>
                </a:solidFill>
              </a:defRPr>
            </a:lvl3pPr>
            <a:lvl4pPr lvl="3" algn="r" rtl="0">
              <a:spcBef>
                <a:spcPts val="0"/>
              </a:spcBef>
              <a:spcAft>
                <a:spcPts val="0"/>
              </a:spcAft>
              <a:buClr>
                <a:srgbClr val="000000"/>
              </a:buClr>
              <a:buSzPts val="2800"/>
              <a:buNone/>
              <a:defRPr>
                <a:solidFill>
                  <a:srgbClr val="000000"/>
                </a:solidFill>
              </a:defRPr>
            </a:lvl4pPr>
            <a:lvl5pPr lvl="4" algn="r" rtl="0">
              <a:spcBef>
                <a:spcPts val="0"/>
              </a:spcBef>
              <a:spcAft>
                <a:spcPts val="0"/>
              </a:spcAft>
              <a:buClr>
                <a:srgbClr val="000000"/>
              </a:buClr>
              <a:buSzPts val="2800"/>
              <a:buNone/>
              <a:defRPr>
                <a:solidFill>
                  <a:srgbClr val="000000"/>
                </a:solidFill>
              </a:defRPr>
            </a:lvl5pPr>
            <a:lvl6pPr lvl="5" algn="r" rtl="0">
              <a:spcBef>
                <a:spcPts val="0"/>
              </a:spcBef>
              <a:spcAft>
                <a:spcPts val="0"/>
              </a:spcAft>
              <a:buClr>
                <a:srgbClr val="000000"/>
              </a:buClr>
              <a:buSzPts val="2800"/>
              <a:buNone/>
              <a:defRPr>
                <a:solidFill>
                  <a:srgbClr val="000000"/>
                </a:solidFill>
              </a:defRPr>
            </a:lvl6pPr>
            <a:lvl7pPr lvl="6" algn="r" rtl="0">
              <a:spcBef>
                <a:spcPts val="0"/>
              </a:spcBef>
              <a:spcAft>
                <a:spcPts val="0"/>
              </a:spcAft>
              <a:buClr>
                <a:srgbClr val="000000"/>
              </a:buClr>
              <a:buSzPts val="2800"/>
              <a:buNone/>
              <a:defRPr>
                <a:solidFill>
                  <a:srgbClr val="000000"/>
                </a:solidFill>
              </a:defRPr>
            </a:lvl7pPr>
            <a:lvl8pPr lvl="7" algn="r" rtl="0">
              <a:spcBef>
                <a:spcPts val="0"/>
              </a:spcBef>
              <a:spcAft>
                <a:spcPts val="0"/>
              </a:spcAft>
              <a:buClr>
                <a:srgbClr val="000000"/>
              </a:buClr>
              <a:buSzPts val="2800"/>
              <a:buNone/>
              <a:defRPr>
                <a:solidFill>
                  <a:srgbClr val="000000"/>
                </a:solidFill>
              </a:defRPr>
            </a:lvl8pPr>
            <a:lvl9pPr lvl="8" algn="r" rtl="0">
              <a:spcBef>
                <a:spcPts val="0"/>
              </a:spcBef>
              <a:spcAft>
                <a:spcPts val="0"/>
              </a:spcAft>
              <a:buClr>
                <a:srgbClr val="000000"/>
              </a:buClr>
              <a:buSzPts val="2800"/>
              <a:buNone/>
              <a:defRPr>
                <a:solidFill>
                  <a:srgbClr val="000000"/>
                </a:solidFill>
              </a:defRPr>
            </a:lvl9pPr>
          </a:lstStyle>
          <a:p>
            <a:endParaRPr/>
          </a:p>
        </p:txBody>
      </p:sp>
      <p:sp>
        <p:nvSpPr>
          <p:cNvPr id="84" name="Google Shape;84;p11"/>
          <p:cNvSpPr txBox="1">
            <a:spLocks noGrp="1"/>
          </p:cNvSpPr>
          <p:nvPr>
            <p:ph type="subTitle" idx="2"/>
          </p:nvPr>
        </p:nvSpPr>
        <p:spPr>
          <a:xfrm>
            <a:off x="749667" y="1219800"/>
            <a:ext cx="3791600" cy="524800"/>
          </a:xfrm>
          <a:prstGeom prst="rect">
            <a:avLst/>
          </a:prstGeom>
        </p:spPr>
        <p:txBody>
          <a:bodyPr spcFirstLastPara="1" wrap="square" lIns="91425" tIns="91425" rIns="91425" bIns="91425" anchor="t" anchorCtr="0">
            <a:noAutofit/>
          </a:bodyPr>
          <a:lstStyle>
            <a:lvl1pPr lvl="0">
              <a:spcBef>
                <a:spcPts val="0"/>
              </a:spcBef>
              <a:spcAft>
                <a:spcPts val="0"/>
              </a:spcAft>
              <a:buNone/>
              <a:defRPr>
                <a:latin typeface="Montserrat ExtraBold"/>
                <a:ea typeface="Montserrat ExtraBold"/>
                <a:cs typeface="Montserrat ExtraBold"/>
                <a:sym typeface="Montserrat ExtraBold"/>
              </a:defRPr>
            </a:lvl1pPr>
            <a:lvl2pPr lvl="1">
              <a:spcBef>
                <a:spcPts val="1732"/>
              </a:spcBef>
              <a:spcAft>
                <a:spcPts val="0"/>
              </a:spcAft>
              <a:buNone/>
              <a:defRPr b="1">
                <a:solidFill>
                  <a:srgbClr val="000000"/>
                </a:solidFill>
                <a:latin typeface="Oswald"/>
                <a:ea typeface="Oswald"/>
                <a:cs typeface="Oswald"/>
                <a:sym typeface="Oswald"/>
              </a:defRPr>
            </a:lvl2pPr>
            <a:lvl3pPr lvl="2">
              <a:spcBef>
                <a:spcPts val="1732"/>
              </a:spcBef>
              <a:spcAft>
                <a:spcPts val="0"/>
              </a:spcAft>
              <a:buNone/>
              <a:defRPr b="1">
                <a:solidFill>
                  <a:srgbClr val="000000"/>
                </a:solidFill>
                <a:latin typeface="Oswald"/>
                <a:ea typeface="Oswald"/>
                <a:cs typeface="Oswald"/>
                <a:sym typeface="Oswald"/>
              </a:defRPr>
            </a:lvl3pPr>
            <a:lvl4pPr lvl="3">
              <a:spcBef>
                <a:spcPts val="1732"/>
              </a:spcBef>
              <a:spcAft>
                <a:spcPts val="0"/>
              </a:spcAft>
              <a:buNone/>
              <a:defRPr b="1">
                <a:solidFill>
                  <a:srgbClr val="000000"/>
                </a:solidFill>
                <a:latin typeface="Oswald"/>
                <a:ea typeface="Oswald"/>
                <a:cs typeface="Oswald"/>
                <a:sym typeface="Oswald"/>
              </a:defRPr>
            </a:lvl4pPr>
            <a:lvl5pPr lvl="4">
              <a:spcBef>
                <a:spcPts val="1732"/>
              </a:spcBef>
              <a:spcAft>
                <a:spcPts val="0"/>
              </a:spcAft>
              <a:buNone/>
              <a:defRPr b="1">
                <a:solidFill>
                  <a:srgbClr val="000000"/>
                </a:solidFill>
                <a:latin typeface="Oswald"/>
                <a:ea typeface="Oswald"/>
                <a:cs typeface="Oswald"/>
                <a:sym typeface="Oswald"/>
              </a:defRPr>
            </a:lvl5pPr>
            <a:lvl6pPr lvl="5">
              <a:spcBef>
                <a:spcPts val="1732"/>
              </a:spcBef>
              <a:spcAft>
                <a:spcPts val="0"/>
              </a:spcAft>
              <a:buNone/>
              <a:defRPr b="1">
                <a:solidFill>
                  <a:srgbClr val="000000"/>
                </a:solidFill>
                <a:latin typeface="Oswald"/>
                <a:ea typeface="Oswald"/>
                <a:cs typeface="Oswald"/>
                <a:sym typeface="Oswald"/>
              </a:defRPr>
            </a:lvl6pPr>
            <a:lvl7pPr lvl="6">
              <a:spcBef>
                <a:spcPts val="1732"/>
              </a:spcBef>
              <a:spcAft>
                <a:spcPts val="0"/>
              </a:spcAft>
              <a:buNone/>
              <a:defRPr b="1">
                <a:solidFill>
                  <a:srgbClr val="000000"/>
                </a:solidFill>
                <a:latin typeface="Oswald"/>
                <a:ea typeface="Oswald"/>
                <a:cs typeface="Oswald"/>
                <a:sym typeface="Oswald"/>
              </a:defRPr>
            </a:lvl7pPr>
            <a:lvl8pPr lvl="7">
              <a:spcBef>
                <a:spcPts val="1732"/>
              </a:spcBef>
              <a:spcAft>
                <a:spcPts val="0"/>
              </a:spcAft>
              <a:buNone/>
              <a:defRPr b="1">
                <a:solidFill>
                  <a:srgbClr val="000000"/>
                </a:solidFill>
                <a:latin typeface="Oswald"/>
                <a:ea typeface="Oswald"/>
                <a:cs typeface="Oswald"/>
                <a:sym typeface="Oswald"/>
              </a:defRPr>
            </a:lvl8pPr>
            <a:lvl9pPr lvl="8">
              <a:spcBef>
                <a:spcPts val="1732"/>
              </a:spcBef>
              <a:spcAft>
                <a:spcPts val="1732"/>
              </a:spcAft>
              <a:buNone/>
              <a:defRPr b="1">
                <a:solidFill>
                  <a:srgbClr val="000000"/>
                </a:solidFill>
                <a:latin typeface="Oswald"/>
                <a:ea typeface="Oswald"/>
                <a:cs typeface="Oswald"/>
                <a:sym typeface="Oswald"/>
              </a:defRPr>
            </a:lvl9pPr>
          </a:lstStyle>
          <a:p>
            <a:endParaRPr/>
          </a:p>
        </p:txBody>
      </p:sp>
    </p:spTree>
    <p:extLst>
      <p:ext uri="{BB962C8B-B14F-4D97-AF65-F5344CB8AC3E}">
        <p14:creationId xmlns:p14="http://schemas.microsoft.com/office/powerpoint/2010/main" val="3603982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EMBAR KERJA">
    <p:spTree>
      <p:nvGrpSpPr>
        <p:cNvPr id="1" name=""/>
        <p:cNvGrpSpPr/>
        <p:nvPr/>
      </p:nvGrpSpPr>
      <p:grpSpPr>
        <a:xfrm>
          <a:off x="0" y="0"/>
          <a:ext cx="0" cy="0"/>
          <a:chOff x="0" y="0"/>
          <a:chExt cx="0" cy="0"/>
        </a:xfrm>
      </p:grpSpPr>
      <p:grpSp>
        <p:nvGrpSpPr>
          <p:cNvPr id="5" name="Grup 19">
            <a:extLst>
              <a:ext uri="{FF2B5EF4-FFF2-40B4-BE49-F238E27FC236}">
                <a16:creationId xmlns:a16="http://schemas.microsoft.com/office/drawing/2014/main" id="{01F808C2-EA7B-0F59-87D1-D020ED8C5014}"/>
              </a:ext>
            </a:extLst>
          </p:cNvPr>
          <p:cNvGrpSpPr/>
          <p:nvPr userDrawn="1"/>
        </p:nvGrpSpPr>
        <p:grpSpPr>
          <a:xfrm>
            <a:off x="13066306" y="892655"/>
            <a:ext cx="616835" cy="477470"/>
            <a:chOff x="9641804" y="145334"/>
            <a:chExt cx="1161132" cy="898791"/>
          </a:xfrm>
        </p:grpSpPr>
        <p:sp>
          <p:nvSpPr>
            <p:cNvPr id="7" name="Kotak Teks 20">
              <a:extLst>
                <a:ext uri="{FF2B5EF4-FFF2-40B4-BE49-F238E27FC236}">
                  <a16:creationId xmlns:a16="http://schemas.microsoft.com/office/drawing/2014/main" id="{B473DFF3-BBC5-9F86-0263-3505A61264C1}"/>
                </a:ext>
              </a:extLst>
            </p:cNvPr>
            <p:cNvSpPr txBox="1"/>
            <p:nvPr userDrawn="1"/>
          </p:nvSpPr>
          <p:spPr>
            <a:xfrm>
              <a:off x="9641804" y="304800"/>
              <a:ext cx="1161132" cy="574950"/>
            </a:xfrm>
            <a:prstGeom prst="rect">
              <a:avLst/>
            </a:prstGeom>
            <a:noFill/>
          </p:spPr>
          <p:txBody>
            <a:bodyPr wrap="square" rtlCol="0">
              <a:spAutoFit/>
            </a:bodyPr>
            <a:lstStyle/>
            <a:p>
              <a:pPr algn="ctr"/>
              <a:r>
                <a:rPr lang="en-US" sz="65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LOGO OWNER</a:t>
              </a:r>
            </a:p>
          </p:txBody>
        </p:sp>
        <p:sp>
          <p:nvSpPr>
            <p:cNvPr id="9" name="Oval 8">
              <a:extLst>
                <a:ext uri="{FF2B5EF4-FFF2-40B4-BE49-F238E27FC236}">
                  <a16:creationId xmlns:a16="http://schemas.microsoft.com/office/drawing/2014/main" id="{182CE469-7622-DCCE-2666-826A1B8778D6}"/>
                </a:ext>
              </a:extLst>
            </p:cNvPr>
            <p:cNvSpPr/>
            <p:nvPr userDrawn="1"/>
          </p:nvSpPr>
          <p:spPr>
            <a:xfrm>
              <a:off x="9772975" y="145334"/>
              <a:ext cx="898791" cy="898791"/>
            </a:xfrm>
            <a:prstGeom prst="ellipse">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2"/>
            </a:p>
          </p:txBody>
        </p:sp>
      </p:grpSp>
      <p:sp>
        <p:nvSpPr>
          <p:cNvPr id="33" name="Title 9">
            <a:extLst>
              <a:ext uri="{FF2B5EF4-FFF2-40B4-BE49-F238E27FC236}">
                <a16:creationId xmlns:a16="http://schemas.microsoft.com/office/drawing/2014/main" id="{8C8B3F4B-6FAE-4F2E-8D63-07B1F2DD53F9}"/>
              </a:ext>
            </a:extLst>
          </p:cNvPr>
          <p:cNvSpPr>
            <a:spLocks noGrp="1"/>
          </p:cNvSpPr>
          <p:nvPr>
            <p:ph type="title" hasCustomPrompt="1"/>
          </p:nvPr>
        </p:nvSpPr>
        <p:spPr>
          <a:xfrm>
            <a:off x="377073" y="108582"/>
            <a:ext cx="10073623" cy="371513"/>
          </a:xfrm>
          <a:prstGeom prst="rect">
            <a:avLst/>
          </a:prstGeom>
        </p:spPr>
        <p:txBody>
          <a:bodyPr/>
          <a:lstStyle>
            <a:lvl1pPr>
              <a:defRPr sz="1949" b="0" spc="244">
                <a:latin typeface="Tahoma" panose="020B0604030504040204" pitchFamily="34" charset="0"/>
                <a:ea typeface="Tahoma" panose="020B0604030504040204" pitchFamily="34" charset="0"/>
                <a:cs typeface="Tahoma" panose="020B0604030504040204" pitchFamily="34" charset="0"/>
              </a:defRPr>
            </a:lvl1pPr>
          </a:lstStyle>
          <a:p>
            <a:r>
              <a:rPr lang="en-US"/>
              <a:t>JUDUL</a:t>
            </a:r>
          </a:p>
        </p:txBody>
      </p:sp>
      <p:sp>
        <p:nvSpPr>
          <p:cNvPr id="34" name="Freeform: Shape 33">
            <a:extLst>
              <a:ext uri="{FF2B5EF4-FFF2-40B4-BE49-F238E27FC236}">
                <a16:creationId xmlns:a16="http://schemas.microsoft.com/office/drawing/2014/main" id="{BF0DB121-5DFB-49A8-B924-4D31FEB6FEF7}"/>
              </a:ext>
            </a:extLst>
          </p:cNvPr>
          <p:cNvSpPr/>
          <p:nvPr userDrawn="1"/>
        </p:nvSpPr>
        <p:spPr>
          <a:xfrm>
            <a:off x="1" y="88596"/>
            <a:ext cx="201168" cy="417372"/>
          </a:xfrm>
          <a:custGeom>
            <a:avLst/>
            <a:gdLst>
              <a:gd name="connsiteX0" fmla="*/ 0 w 182664"/>
              <a:gd name="connsiteY0" fmla="*/ 0 h 167640"/>
              <a:gd name="connsiteX1" fmla="*/ 98844 w 182664"/>
              <a:gd name="connsiteY1" fmla="*/ 0 h 167640"/>
              <a:gd name="connsiteX2" fmla="*/ 182664 w 182664"/>
              <a:gd name="connsiteY2" fmla="*/ 83820 h 167640"/>
              <a:gd name="connsiteX3" fmla="*/ 98844 w 182664"/>
              <a:gd name="connsiteY3" fmla="*/ 167640 h 167640"/>
              <a:gd name="connsiteX4" fmla="*/ 0 w 182664"/>
              <a:gd name="connsiteY4" fmla="*/ 167640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664" h="167640">
                <a:moveTo>
                  <a:pt x="0" y="0"/>
                </a:moveTo>
                <a:lnTo>
                  <a:pt x="98844" y="0"/>
                </a:lnTo>
                <a:cubicBezTo>
                  <a:pt x="145137" y="0"/>
                  <a:pt x="182664" y="37527"/>
                  <a:pt x="182664" y="83820"/>
                </a:cubicBezTo>
                <a:cubicBezTo>
                  <a:pt x="182664" y="130113"/>
                  <a:pt x="145137" y="167640"/>
                  <a:pt x="98844" y="167640"/>
                </a:cubicBezTo>
                <a:lnTo>
                  <a:pt x="0" y="167640"/>
                </a:lnTo>
                <a:close/>
              </a:path>
            </a:pathLst>
          </a:custGeom>
          <a:solidFill>
            <a:srgbClr val="B973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id-ID" sz="1462"/>
          </a:p>
        </p:txBody>
      </p:sp>
      <p:sp>
        <p:nvSpPr>
          <p:cNvPr id="35" name="Rectangle: Rounded Corners 34">
            <a:extLst>
              <a:ext uri="{FF2B5EF4-FFF2-40B4-BE49-F238E27FC236}">
                <a16:creationId xmlns:a16="http://schemas.microsoft.com/office/drawing/2014/main" id="{6696271E-2677-436E-8C91-03921CEBCF90}"/>
              </a:ext>
            </a:extLst>
          </p:cNvPr>
          <p:cNvSpPr/>
          <p:nvPr userDrawn="1"/>
        </p:nvSpPr>
        <p:spPr>
          <a:xfrm>
            <a:off x="1037932" y="6511829"/>
            <a:ext cx="7757549" cy="307707"/>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62"/>
          </a:p>
        </p:txBody>
      </p:sp>
      <p:sp>
        <p:nvSpPr>
          <p:cNvPr id="36" name="Text Box 3">
            <a:extLst>
              <a:ext uri="{FF2B5EF4-FFF2-40B4-BE49-F238E27FC236}">
                <a16:creationId xmlns:a16="http://schemas.microsoft.com/office/drawing/2014/main" id="{4A15EF84-D477-4C9B-8517-63B718987DB5}"/>
              </a:ext>
            </a:extLst>
          </p:cNvPr>
          <p:cNvSpPr txBox="1">
            <a:spLocks noChangeArrowheads="1"/>
          </p:cNvSpPr>
          <p:nvPr userDrawn="1"/>
        </p:nvSpPr>
        <p:spPr bwMode="auto">
          <a:xfrm>
            <a:off x="1037932" y="6487909"/>
            <a:ext cx="7757549" cy="276823"/>
          </a:xfrm>
          <a:prstGeom prst="rect">
            <a:avLst/>
          </a:prstGeom>
          <a:noFill/>
          <a:ln>
            <a:noFill/>
          </a:ln>
          <a:effectLst>
            <a:prstShdw prst="shdw17" dist="17961" dir="2700000">
              <a:srgbClr val="4D4D4D"/>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wrap="square" lIns="73102" tIns="38013" rIns="73102" bIns="38013" numCol="1" spcCol="180000">
            <a:spAutoFit/>
          </a:bodyPr>
          <a:lstStyle>
            <a:defPPr>
              <a:defRPr lang="en-GB"/>
            </a:defPPr>
            <a:lvl1pPr marL="342900" indent="-342900" algn="just">
              <a:spcBef>
                <a:spcPct val="50000"/>
              </a:spcBef>
              <a:buFont typeface="+mj-lt"/>
              <a:buAutoNum type="arabicPeriod" startAt="2"/>
              <a:defRPr sz="1400">
                <a:latin typeface="Tahoma" pitchFamily="34" charset="0"/>
              </a:defRPr>
            </a:lvl1pPr>
            <a:lvl2pPr marL="742950" indent="-285750"/>
            <a:lvl3pPr marL="1143000" indent="-228600"/>
            <a:lvl4pPr marL="1600200" indent="-228600"/>
            <a:lvl5pPr marL="2057400" indent="-228600"/>
            <a:lvl6pPr marL="2514600" indent="-228600" fontAlgn="base">
              <a:spcBef>
                <a:spcPct val="0"/>
              </a:spcBef>
              <a:spcAft>
                <a:spcPct val="0"/>
              </a:spcAft>
            </a:lvl6pPr>
            <a:lvl7pPr marL="2971800" indent="-228600" fontAlgn="base">
              <a:spcBef>
                <a:spcPct val="0"/>
              </a:spcBef>
              <a:spcAft>
                <a:spcPct val="0"/>
              </a:spcAft>
            </a:lvl7pPr>
            <a:lvl8pPr marL="3429000" indent="-228600" fontAlgn="base">
              <a:spcBef>
                <a:spcPct val="0"/>
              </a:spcBef>
              <a:spcAft>
                <a:spcPct val="0"/>
              </a:spcAft>
            </a:lvl8pPr>
            <a:lvl9pPr marL="3886200" indent="-228600" fontAlgn="base">
              <a:spcBef>
                <a:spcPct val="0"/>
              </a:spcBef>
              <a:spcAft>
                <a:spcPct val="0"/>
              </a:spcAft>
            </a:lvl9pPr>
          </a:lstStyle>
          <a:p>
            <a:pPr marL="0" indent="0" algn="ctr">
              <a:buFontTx/>
              <a:buNone/>
            </a:pPr>
            <a:r>
              <a:rPr lang="it-IT" sz="650" i="1">
                <a:solidFill>
                  <a:schemeClr val="bg2">
                    <a:lumMod val="50000"/>
                  </a:schemeClr>
                </a:solidFill>
              </a:rPr>
              <a:t>Hak Cipta dilindungi undang-undang, dilarang memperbanyak atau memindahkan sebagian atau seluruh isi buku ini dalam bentuk apapun, baik secara elektronis maupun mekanis, termasuk memperbanyak atau dengan bentuk penyimpanan lainnya tanpa izin tertulis dari PT. Waskita Karya (Persero) Tbk.</a:t>
            </a:r>
            <a:endParaRPr lang="id-ID" sz="650" i="1">
              <a:solidFill>
                <a:schemeClr val="bg2">
                  <a:lumMod val="50000"/>
                </a:schemeClr>
              </a:solidFill>
            </a:endParaRPr>
          </a:p>
        </p:txBody>
      </p:sp>
      <p:grpSp>
        <p:nvGrpSpPr>
          <p:cNvPr id="37" name="Group 36">
            <a:extLst>
              <a:ext uri="{FF2B5EF4-FFF2-40B4-BE49-F238E27FC236}">
                <a16:creationId xmlns:a16="http://schemas.microsoft.com/office/drawing/2014/main" id="{AD3E5EC6-6236-46E5-A1C6-5E70F1D1F325}"/>
              </a:ext>
            </a:extLst>
          </p:cNvPr>
          <p:cNvGrpSpPr/>
          <p:nvPr userDrawn="1"/>
        </p:nvGrpSpPr>
        <p:grpSpPr>
          <a:xfrm>
            <a:off x="9202209" y="6475116"/>
            <a:ext cx="2565628" cy="335602"/>
            <a:chOff x="9546557" y="6511828"/>
            <a:chExt cx="2565629" cy="335602"/>
          </a:xfrm>
        </p:grpSpPr>
        <p:pic>
          <p:nvPicPr>
            <p:cNvPr id="38" name="Gambar 49">
              <a:extLst>
                <a:ext uri="{FF2B5EF4-FFF2-40B4-BE49-F238E27FC236}">
                  <a16:creationId xmlns:a16="http://schemas.microsoft.com/office/drawing/2014/main" id="{8E097BB5-A3FA-4000-AD88-63096E91EA61}"/>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232136" y="6575019"/>
              <a:ext cx="209220" cy="209220"/>
            </a:xfrm>
            <a:prstGeom prst="rect">
              <a:avLst/>
            </a:prstGeom>
          </p:spPr>
        </p:pic>
        <p:pic>
          <p:nvPicPr>
            <p:cNvPr id="39" name="Gambar 52">
              <a:extLst>
                <a:ext uri="{FF2B5EF4-FFF2-40B4-BE49-F238E27FC236}">
                  <a16:creationId xmlns:a16="http://schemas.microsoft.com/office/drawing/2014/main" id="{57ACE585-9210-4AEF-A363-BAAEA547D844}"/>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1037967" y="6560625"/>
              <a:ext cx="256401" cy="238009"/>
            </a:xfrm>
            <a:prstGeom prst="rect">
              <a:avLst/>
            </a:prstGeom>
          </p:spPr>
        </p:pic>
        <p:pic>
          <p:nvPicPr>
            <p:cNvPr id="40" name="Gambar 53">
              <a:extLst>
                <a:ext uri="{FF2B5EF4-FFF2-40B4-BE49-F238E27FC236}">
                  <a16:creationId xmlns:a16="http://schemas.microsoft.com/office/drawing/2014/main" id="{59BE9EF0-CE48-49D2-82F2-EA9D3542BF3A}"/>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1617098" y="6558889"/>
              <a:ext cx="241481" cy="241481"/>
            </a:xfrm>
            <a:prstGeom prst="rect">
              <a:avLst/>
            </a:prstGeom>
          </p:spPr>
        </p:pic>
        <p:pic>
          <p:nvPicPr>
            <p:cNvPr id="41" name="Gambar 54">
              <a:extLst>
                <a:ext uri="{FF2B5EF4-FFF2-40B4-BE49-F238E27FC236}">
                  <a16:creationId xmlns:a16="http://schemas.microsoft.com/office/drawing/2014/main" id="{F21CC1CE-4E6F-434A-AC91-B65EB7519188}"/>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1894676" y="6544591"/>
              <a:ext cx="217510" cy="270077"/>
            </a:xfrm>
            <a:prstGeom prst="rect">
              <a:avLst/>
            </a:prstGeom>
          </p:spPr>
        </p:pic>
        <p:pic>
          <p:nvPicPr>
            <p:cNvPr id="42" name="Gambar 55">
              <a:extLst>
                <a:ext uri="{FF2B5EF4-FFF2-40B4-BE49-F238E27FC236}">
                  <a16:creationId xmlns:a16="http://schemas.microsoft.com/office/drawing/2014/main" id="{E146225B-AEAA-48F5-AC8C-6E811DBE0BE1}"/>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11281496" y="6511828"/>
              <a:ext cx="335602" cy="335602"/>
            </a:xfrm>
            <a:prstGeom prst="rect">
              <a:avLst/>
            </a:prstGeom>
          </p:spPr>
        </p:pic>
        <p:pic>
          <p:nvPicPr>
            <p:cNvPr id="43" name="Gambar 56">
              <a:extLst>
                <a:ext uri="{FF2B5EF4-FFF2-40B4-BE49-F238E27FC236}">
                  <a16:creationId xmlns:a16="http://schemas.microsoft.com/office/drawing/2014/main" id="{D8594E62-E20F-47B0-B498-10BEA8AF96E0}"/>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10776198" y="6556854"/>
              <a:ext cx="192459" cy="245550"/>
            </a:xfrm>
            <a:prstGeom prst="rect">
              <a:avLst/>
            </a:prstGeom>
          </p:spPr>
        </p:pic>
        <p:pic>
          <p:nvPicPr>
            <p:cNvPr id="44" name="Gambar 57">
              <a:extLst>
                <a:ext uri="{FF2B5EF4-FFF2-40B4-BE49-F238E27FC236}">
                  <a16:creationId xmlns:a16="http://schemas.microsoft.com/office/drawing/2014/main" id="{7E8D7510-7938-408E-A216-D8D36B19EFAA}"/>
                </a:ext>
              </a:extLst>
            </p:cNvPr>
            <p:cNvPicPr>
              <a:picLocks noChangeAspect="1"/>
            </p:cNvPicPr>
            <p:nvPr userDrawn="1"/>
          </p:nvPicPr>
          <p:blipFill rotWithShape="1">
            <a:blip r:embed="rId8" cstate="hqprint">
              <a:extLst>
                <a:ext uri="{28A0092B-C50C-407E-A947-70E740481C1C}">
                  <a14:useLocalDpi xmlns:a14="http://schemas.microsoft.com/office/drawing/2010/main" val="0"/>
                </a:ext>
              </a:extLst>
            </a:blip>
            <a:srcRect l="12321" r="14986"/>
            <a:stretch/>
          </p:blipFill>
          <p:spPr>
            <a:xfrm>
              <a:off x="10485674" y="6559464"/>
              <a:ext cx="246279" cy="240331"/>
            </a:xfrm>
            <a:prstGeom prst="rect">
              <a:avLst/>
            </a:prstGeom>
          </p:spPr>
        </p:pic>
        <p:pic>
          <p:nvPicPr>
            <p:cNvPr id="45" name="Picture 44">
              <a:extLst>
                <a:ext uri="{FF2B5EF4-FFF2-40B4-BE49-F238E27FC236}">
                  <a16:creationId xmlns:a16="http://schemas.microsoft.com/office/drawing/2014/main" id="{01400A36-65CC-48E6-881C-4682764EB34B}"/>
                </a:ext>
              </a:extLst>
            </p:cNvPr>
            <p:cNvPicPr>
              <a:picLocks noChangeAspect="1"/>
            </p:cNvPicPr>
            <p:nvPr userDrawn="1"/>
          </p:nvPicPr>
          <p:blipFill>
            <a:blip r:embed="rId9">
              <a:extLst>
                <a:ext uri="{BEBA8EAE-BF5A-486C-A8C5-ECC9F3942E4B}">
                  <a14:imgProps xmlns:a14="http://schemas.microsoft.com/office/drawing/2010/main">
                    <a14:imgLayer r:embed="rId10">
                      <a14:imgEffect>
                        <a14:backgroundRemoval t="9630" b="89630" l="3495" r="94086">
                          <a14:foregroundMark x1="7527" y1="32593" x2="7527" y2="51852"/>
                          <a14:foregroundMark x1="3763" y1="27407" x2="4570" y2="37037"/>
                          <a14:foregroundMark x1="91935" y1="28148" x2="94086" y2="28148"/>
                          <a14:foregroundMark x1="67473" y1="43704" x2="57258" y2="50370"/>
                          <a14:foregroundMark x1="60484" y1="28148" x2="61559" y2="54074"/>
                        </a14:backgroundRemoval>
                      </a14:imgEffect>
                    </a14:imgLayer>
                  </a14:imgProps>
                </a:ext>
              </a:extLst>
            </a:blip>
            <a:stretch>
              <a:fillRect/>
            </a:stretch>
          </p:blipFill>
          <p:spPr>
            <a:xfrm>
              <a:off x="9546557" y="6564467"/>
              <a:ext cx="634674" cy="230325"/>
            </a:xfrm>
            <a:prstGeom prst="rect">
              <a:avLst/>
            </a:prstGeom>
          </p:spPr>
        </p:pic>
      </p:grpSp>
      <p:sp>
        <p:nvSpPr>
          <p:cNvPr id="46" name="Oval 45">
            <a:extLst>
              <a:ext uri="{FF2B5EF4-FFF2-40B4-BE49-F238E27FC236}">
                <a16:creationId xmlns:a16="http://schemas.microsoft.com/office/drawing/2014/main" id="{D98CFB96-2826-45DB-AD14-E2B61049AAA7}"/>
              </a:ext>
            </a:extLst>
          </p:cNvPr>
          <p:cNvSpPr/>
          <p:nvPr userDrawn="1"/>
        </p:nvSpPr>
        <p:spPr>
          <a:xfrm>
            <a:off x="736982" y="6577949"/>
            <a:ext cx="160650" cy="160650"/>
          </a:xfrm>
          <a:prstGeom prst="ellipse">
            <a:avLst/>
          </a:prstGeom>
          <a:solidFill>
            <a:srgbClr val="AA0015"/>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sz="1462"/>
          </a:p>
        </p:txBody>
      </p:sp>
      <p:sp>
        <p:nvSpPr>
          <p:cNvPr id="47" name="Oval 46">
            <a:extLst>
              <a:ext uri="{FF2B5EF4-FFF2-40B4-BE49-F238E27FC236}">
                <a16:creationId xmlns:a16="http://schemas.microsoft.com/office/drawing/2014/main" id="{C1D60977-C1C4-4903-8DAC-4781199EA5F1}"/>
              </a:ext>
            </a:extLst>
          </p:cNvPr>
          <p:cNvSpPr/>
          <p:nvPr userDrawn="1"/>
        </p:nvSpPr>
        <p:spPr>
          <a:xfrm>
            <a:off x="470556" y="6577949"/>
            <a:ext cx="160650" cy="160650"/>
          </a:xfrm>
          <a:prstGeom prst="ellipse">
            <a:avLst/>
          </a:prstGeom>
          <a:solidFill>
            <a:srgbClr val="AA0015"/>
          </a:solidFill>
          <a:ln w="571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id-ID" sz="1462"/>
          </a:p>
        </p:txBody>
      </p:sp>
      <p:sp>
        <p:nvSpPr>
          <p:cNvPr id="48" name="Oval 47">
            <a:extLst>
              <a:ext uri="{FF2B5EF4-FFF2-40B4-BE49-F238E27FC236}">
                <a16:creationId xmlns:a16="http://schemas.microsoft.com/office/drawing/2014/main" id="{0CF5125C-23E7-464D-B6FB-4FB483262311}"/>
              </a:ext>
            </a:extLst>
          </p:cNvPr>
          <p:cNvSpPr/>
          <p:nvPr userDrawn="1"/>
        </p:nvSpPr>
        <p:spPr>
          <a:xfrm>
            <a:off x="197757" y="6577949"/>
            <a:ext cx="160650" cy="160650"/>
          </a:xfrm>
          <a:prstGeom prst="ellipse">
            <a:avLst/>
          </a:prstGeom>
          <a:solidFill>
            <a:srgbClr val="AA0015"/>
          </a:solidFill>
          <a:ln w="762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id-ID" sz="1462"/>
          </a:p>
        </p:txBody>
      </p:sp>
      <p:sp>
        <p:nvSpPr>
          <p:cNvPr id="49" name="Rectangle: Rounded Corners 48">
            <a:extLst>
              <a:ext uri="{FF2B5EF4-FFF2-40B4-BE49-F238E27FC236}">
                <a16:creationId xmlns:a16="http://schemas.microsoft.com/office/drawing/2014/main" id="{F857685A-2FB5-4830-B88C-F3C44256799C}"/>
              </a:ext>
            </a:extLst>
          </p:cNvPr>
          <p:cNvSpPr/>
          <p:nvPr userDrawn="1"/>
        </p:nvSpPr>
        <p:spPr>
          <a:xfrm>
            <a:off x="10533186" y="63637"/>
            <a:ext cx="1589035" cy="438022"/>
          </a:xfrm>
          <a:prstGeom prst="roundRect">
            <a:avLst>
              <a:gd name="adj" fmla="val 1987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62"/>
          </a:p>
        </p:txBody>
      </p:sp>
      <p:pic>
        <p:nvPicPr>
          <p:cNvPr id="50" name="Picture 49">
            <a:extLst>
              <a:ext uri="{FF2B5EF4-FFF2-40B4-BE49-F238E27FC236}">
                <a16:creationId xmlns:a16="http://schemas.microsoft.com/office/drawing/2014/main" id="{B0B01831-ABB5-4199-937D-8F11678C36B8}"/>
              </a:ext>
            </a:extLst>
          </p:cNvPr>
          <p:cNvPicPr>
            <a:picLocks noChangeAspect="1"/>
          </p:cNvPicPr>
          <p:nvPr userDrawn="1"/>
        </p:nvPicPr>
        <p:blipFill>
          <a:blip r:embed="rId11" cstate="hqprint">
            <a:extLst>
              <a:ext uri="{28A0092B-C50C-407E-A947-70E740481C1C}">
                <a14:useLocalDpi xmlns:a14="http://schemas.microsoft.com/office/drawing/2010/main" val="0"/>
              </a:ext>
            </a:extLst>
          </a:blip>
          <a:srcRect/>
          <a:stretch/>
        </p:blipFill>
        <p:spPr>
          <a:xfrm>
            <a:off x="10637521" y="120260"/>
            <a:ext cx="321786" cy="313860"/>
          </a:xfrm>
          <a:prstGeom prst="rect">
            <a:avLst/>
          </a:prstGeom>
        </p:spPr>
      </p:pic>
      <p:pic>
        <p:nvPicPr>
          <p:cNvPr id="51" name="Picture 50">
            <a:extLst>
              <a:ext uri="{FF2B5EF4-FFF2-40B4-BE49-F238E27FC236}">
                <a16:creationId xmlns:a16="http://schemas.microsoft.com/office/drawing/2014/main" id="{48B365B8-56F5-4AD3-9691-04138834CF9E}"/>
              </a:ext>
            </a:extLst>
          </p:cNvPr>
          <p:cNvPicPr>
            <a:picLocks noChangeAspect="1"/>
          </p:cNvPicPr>
          <p:nvPr userDrawn="1"/>
        </p:nvPicPr>
        <p:blipFill>
          <a:blip r:embed="rId12" cstate="hqprint">
            <a:extLst>
              <a:ext uri="{28A0092B-C50C-407E-A947-70E740481C1C}">
                <a14:useLocalDpi xmlns:a14="http://schemas.microsoft.com/office/drawing/2010/main" val="0"/>
              </a:ext>
            </a:extLst>
          </a:blip>
          <a:stretch>
            <a:fillRect/>
          </a:stretch>
        </p:blipFill>
        <p:spPr>
          <a:xfrm>
            <a:off x="11672979" y="112043"/>
            <a:ext cx="329475" cy="293016"/>
          </a:xfrm>
          <a:prstGeom prst="rect">
            <a:avLst/>
          </a:prstGeom>
        </p:spPr>
      </p:pic>
      <p:pic>
        <p:nvPicPr>
          <p:cNvPr id="52" name="Picture 51">
            <a:extLst>
              <a:ext uri="{FF2B5EF4-FFF2-40B4-BE49-F238E27FC236}">
                <a16:creationId xmlns:a16="http://schemas.microsoft.com/office/drawing/2014/main" id="{B9474697-A348-470D-BF55-3DBFBA29068D}"/>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1031850" y="117203"/>
            <a:ext cx="188700" cy="309518"/>
          </a:xfrm>
          <a:prstGeom prst="rect">
            <a:avLst/>
          </a:prstGeom>
        </p:spPr>
      </p:pic>
      <p:pic>
        <p:nvPicPr>
          <p:cNvPr id="53" name="Picture 52">
            <a:extLst>
              <a:ext uri="{FF2B5EF4-FFF2-40B4-BE49-F238E27FC236}">
                <a16:creationId xmlns:a16="http://schemas.microsoft.com/office/drawing/2014/main" id="{A53E4023-FBD0-4939-AA94-B87E68714E33}"/>
              </a:ext>
            </a:extLst>
          </p:cNvPr>
          <p:cNvPicPr>
            <a:picLocks noChangeAspect="1"/>
          </p:cNvPicPr>
          <p:nvPr userDrawn="1"/>
        </p:nvPicPr>
        <p:blipFill>
          <a:blip r:embed="rId14"/>
          <a:stretch>
            <a:fillRect/>
          </a:stretch>
        </p:blipFill>
        <p:spPr>
          <a:xfrm>
            <a:off x="11274502" y="112778"/>
            <a:ext cx="339264" cy="307731"/>
          </a:xfrm>
          <a:prstGeom prst="rect">
            <a:avLst/>
          </a:prstGeom>
        </p:spPr>
      </p:pic>
    </p:spTree>
    <p:extLst>
      <p:ext uri="{BB962C8B-B14F-4D97-AF65-F5344CB8AC3E}">
        <p14:creationId xmlns:p14="http://schemas.microsoft.com/office/powerpoint/2010/main" val="14575484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2_Contents slide layout">
  <p:cSld name="2_Contents slide layout">
    <p:spTree>
      <p:nvGrpSpPr>
        <p:cNvPr id="1" name="Shape 206"/>
        <p:cNvGrpSpPr/>
        <p:nvPr/>
      </p:nvGrpSpPr>
      <p:grpSpPr>
        <a:xfrm>
          <a:off x="0" y="0"/>
          <a:ext cx="0" cy="0"/>
          <a:chOff x="0" y="0"/>
          <a:chExt cx="0" cy="0"/>
        </a:xfrm>
      </p:grpSpPr>
      <p:sp>
        <p:nvSpPr>
          <p:cNvPr id="207" name="Google Shape;207;p37"/>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d-ID"/>
              <a:t>‹#›</a:t>
            </a:fld>
            <a:endParaRPr/>
          </a:p>
        </p:txBody>
      </p:sp>
    </p:spTree>
    <p:extLst>
      <p:ext uri="{BB962C8B-B14F-4D97-AF65-F5344CB8AC3E}">
        <p14:creationId xmlns:p14="http://schemas.microsoft.com/office/powerpoint/2010/main" val="10481504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9FF2-B694-46E2-96DE-9350B2C36917}"/>
              </a:ext>
            </a:extLst>
          </p:cNvPr>
          <p:cNvSpPr>
            <a:spLocks noGrp="1"/>
          </p:cNvSpPr>
          <p:nvPr>
            <p:ph type="title" hasCustomPrompt="1"/>
          </p:nvPr>
        </p:nvSpPr>
        <p:spPr>
          <a:xfrm>
            <a:off x="2110582" y="250826"/>
            <a:ext cx="7970838" cy="600075"/>
          </a:xfrm>
          <a:prstGeom prst="rect">
            <a:avLst/>
          </a:prstGeom>
        </p:spPr>
        <p:txBody>
          <a:bodyPr/>
          <a:lstStyle>
            <a:lvl1pPr>
              <a:defRPr sz="2923" b="1">
                <a:solidFill>
                  <a:schemeClr val="bg1"/>
                </a:solidFill>
                <a:latin typeface="Myriad Pro SemiExt" panose="020B0705030403020204"/>
              </a:defRPr>
            </a:lvl1pPr>
          </a:lstStyle>
          <a:p>
            <a:r>
              <a:rPr lang="en-US"/>
              <a:t>CLICK TO EDIT MASTER TITLE STYLE</a:t>
            </a:r>
            <a:endParaRPr lang="en-ID"/>
          </a:p>
        </p:txBody>
      </p:sp>
    </p:spTree>
    <p:extLst>
      <p:ext uri="{BB962C8B-B14F-4D97-AF65-F5344CB8AC3E}">
        <p14:creationId xmlns:p14="http://schemas.microsoft.com/office/powerpoint/2010/main" val="24834276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4">
  <p:cSld name="BLANK_4">
    <p:spTree>
      <p:nvGrpSpPr>
        <p:cNvPr id="1" name="Shape 53"/>
        <p:cNvGrpSpPr/>
        <p:nvPr/>
      </p:nvGrpSpPr>
      <p:grpSpPr>
        <a:xfrm>
          <a:off x="0" y="0"/>
          <a:ext cx="0" cy="0"/>
          <a:chOff x="0" y="0"/>
          <a:chExt cx="0" cy="0"/>
        </a:xfrm>
      </p:grpSpPr>
      <p:sp>
        <p:nvSpPr>
          <p:cNvPr id="54" name="Google Shape;54;p13"/>
          <p:cNvSpPr txBox="1">
            <a:spLocks noGrp="1"/>
          </p:cNvSpPr>
          <p:nvPr>
            <p:ph type="sldNum" idx="12"/>
          </p:nvPr>
        </p:nvSpPr>
        <p:spPr>
          <a:xfrm>
            <a:off x="11296611" y="6217623"/>
            <a:ext cx="731600" cy="524800"/>
          </a:xfrm>
          <a:prstGeom prst="rect">
            <a:avLst/>
          </a:prstGeom>
        </p:spPr>
        <p:txBody>
          <a:bodyPr spcFirstLastPara="1" wrap="square" lIns="182850" tIns="182850" rIns="182850" bIns="18285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grpSp>
        <p:nvGrpSpPr>
          <p:cNvPr id="2" name="Grup 1">
            <a:extLst>
              <a:ext uri="{FF2B5EF4-FFF2-40B4-BE49-F238E27FC236}">
                <a16:creationId xmlns:a16="http://schemas.microsoft.com/office/drawing/2014/main" id="{013CAC18-795A-D4A5-2EB5-001D0052B112}"/>
              </a:ext>
            </a:extLst>
          </p:cNvPr>
          <p:cNvGrpSpPr/>
          <p:nvPr userDrawn="1"/>
        </p:nvGrpSpPr>
        <p:grpSpPr>
          <a:xfrm>
            <a:off x="10468045" y="437609"/>
            <a:ext cx="1723955" cy="509411"/>
            <a:chOff x="10177568" y="169578"/>
            <a:chExt cx="3777615" cy="1223010"/>
          </a:xfrm>
        </p:grpSpPr>
        <p:grpSp>
          <p:nvGrpSpPr>
            <p:cNvPr id="3" name="Grup 2">
              <a:extLst>
                <a:ext uri="{FF2B5EF4-FFF2-40B4-BE49-F238E27FC236}">
                  <a16:creationId xmlns:a16="http://schemas.microsoft.com/office/drawing/2014/main" id="{6A7A1EDE-A2C0-F6EC-226A-1971466BF494}"/>
                </a:ext>
              </a:extLst>
            </p:cNvPr>
            <p:cNvGrpSpPr/>
            <p:nvPr/>
          </p:nvGrpSpPr>
          <p:grpSpPr>
            <a:xfrm>
              <a:off x="10177568" y="169578"/>
              <a:ext cx="3777615" cy="1223010"/>
              <a:chOff x="10177568" y="169578"/>
              <a:chExt cx="3777615" cy="1223010"/>
            </a:xfrm>
          </p:grpSpPr>
          <p:sp>
            <p:nvSpPr>
              <p:cNvPr id="5" name="Persegi Panjang 11">
                <a:extLst>
                  <a:ext uri="{FF2B5EF4-FFF2-40B4-BE49-F238E27FC236}">
                    <a16:creationId xmlns:a16="http://schemas.microsoft.com/office/drawing/2014/main" id="{9DA2249A-8333-E600-ECF1-AD45FE2D7498}"/>
                  </a:ext>
                </a:extLst>
              </p:cNvPr>
              <p:cNvSpPr/>
              <p:nvPr/>
            </p:nvSpPr>
            <p:spPr>
              <a:xfrm>
                <a:off x="10789073" y="169578"/>
                <a:ext cx="3166110" cy="12230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algn="ctr"/>
                <a:endParaRPr lang="en-ID" sz="622"/>
              </a:p>
            </p:txBody>
          </p:sp>
          <p:sp>
            <p:nvSpPr>
              <p:cNvPr id="6" name="Oval 5">
                <a:extLst>
                  <a:ext uri="{FF2B5EF4-FFF2-40B4-BE49-F238E27FC236}">
                    <a16:creationId xmlns:a16="http://schemas.microsoft.com/office/drawing/2014/main" id="{8CEA5F63-EA64-7A35-7042-FE310F9B10DD}"/>
                  </a:ext>
                </a:extLst>
              </p:cNvPr>
              <p:cNvSpPr/>
              <p:nvPr/>
            </p:nvSpPr>
            <p:spPr>
              <a:xfrm>
                <a:off x="10177568" y="169578"/>
                <a:ext cx="1223010" cy="122301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algn="ctr"/>
                <a:endParaRPr lang="en-ID" sz="622"/>
              </a:p>
            </p:txBody>
          </p:sp>
        </p:grpSp>
        <p:pic>
          <p:nvPicPr>
            <p:cNvPr id="4" name="Gambar 10">
              <a:extLst>
                <a:ext uri="{FF2B5EF4-FFF2-40B4-BE49-F238E27FC236}">
                  <a16:creationId xmlns:a16="http://schemas.microsoft.com/office/drawing/2014/main" id="{5CC2A027-720A-AD1F-CB8D-50C9FFBEEE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2170" y="461128"/>
              <a:ext cx="3206163" cy="649202"/>
            </a:xfrm>
            <a:prstGeom prst="rect">
              <a:avLst/>
            </a:prstGeom>
          </p:spPr>
        </p:pic>
      </p:grpSp>
    </p:spTree>
    <p:extLst>
      <p:ext uri="{BB962C8B-B14F-4D97-AF65-F5344CB8AC3E}">
        <p14:creationId xmlns:p14="http://schemas.microsoft.com/office/powerpoint/2010/main" val="3605453596"/>
      </p:ext>
    </p:extLst>
  </p:cSld>
  <p:clrMapOvr>
    <a:masterClrMapping/>
  </p:clrMapOvr>
  <p:extLst>
    <p:ext uri="{DCECCB84-F9BA-43D5-87BE-67443E8EF086}">
      <p15:sldGuideLst xmlns:p15="http://schemas.microsoft.com/office/powerpoint/2012/main">
        <p15:guide id="1" pos="288" userDrawn="1">
          <p15:clr>
            <a:srgbClr val="E46962"/>
          </p15:clr>
        </p15:guide>
        <p15:guide id="2" orient="horz" pos="288" userDrawn="1">
          <p15:clr>
            <a:srgbClr val="E46962"/>
          </p15:clr>
        </p15:guide>
        <p15:guide id="3" pos="7392" userDrawn="1">
          <p15:clr>
            <a:srgbClr val="E46962"/>
          </p15:clr>
        </p15:guide>
        <p15:guide id="4" orient="horz" pos="4032" userDrawn="1">
          <p15:clr>
            <a:srgbClr val="E46962"/>
          </p15:clr>
        </p15:guide>
        <p15:guide id="5" pos="2656" userDrawn="1">
          <p15:clr>
            <a:srgbClr val="E46962"/>
          </p15:clr>
        </p15:guide>
        <p15:guide id="6" pos="5024" userDrawn="1">
          <p15:clr>
            <a:srgbClr val="E46962"/>
          </p15:clr>
        </p15:guide>
        <p15:guide id="7" orient="horz" pos="1536" userDrawn="1">
          <p15:clr>
            <a:srgbClr val="E46962"/>
          </p15:clr>
        </p15:guide>
        <p15:guide id="8" orient="horz" pos="2784" userDrawn="1">
          <p15:clr>
            <a:srgbClr val="E46962"/>
          </p15:clr>
        </p15:guide>
        <p15:guide id="9" pos="3840" userDrawn="1">
          <p15:clr>
            <a:srgbClr val="E46962"/>
          </p15:clr>
        </p15:guide>
        <p15:guide id="10" orient="horz" pos="2160" userDrawn="1">
          <p15:clr>
            <a:srgbClr val="E46962"/>
          </p15:clr>
        </p15:guide>
        <p15:guide id="11" orient="horz" pos="599" userDrawn="1">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3"/>
          <p:cNvSpPr txBox="1">
            <a:spLocks noGrp="1"/>
          </p:cNvSpPr>
          <p:nvPr>
            <p:ph type="title"/>
          </p:nvPr>
        </p:nvSpPr>
        <p:spPr>
          <a:xfrm>
            <a:off x="415605" y="593367"/>
            <a:ext cx="11360811" cy="763500"/>
          </a:xfrm>
          <a:prstGeom prst="rect">
            <a:avLst/>
          </a:prstGeom>
          <a:noFill/>
          <a:ln>
            <a:noFill/>
          </a:ln>
        </p:spPr>
        <p:txBody>
          <a:bodyPr spcFirstLastPara="1" wrap="square" lIns="91425" tIns="91425" rIns="91425" bIns="91425" anchor="t" anchorCtr="0">
            <a:sp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3"/>
          <p:cNvSpPr txBox="1">
            <a:spLocks noGrp="1"/>
          </p:cNvSpPr>
          <p:nvPr>
            <p:ph type="body" idx="1"/>
          </p:nvPr>
        </p:nvSpPr>
        <p:spPr>
          <a:xfrm>
            <a:off x="415605" y="1536633"/>
            <a:ext cx="11360811" cy="4555200"/>
          </a:xfrm>
          <a:prstGeom prst="rect">
            <a:avLst/>
          </a:prstGeom>
          <a:noFill/>
          <a:ln>
            <a:noFill/>
          </a:ln>
        </p:spPr>
        <p:txBody>
          <a:bodyPr spcFirstLastPara="1" wrap="square" lIns="91425" tIns="91425" rIns="91425" bIns="91425" anchor="t" anchorCtr="0">
            <a:sp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3"/>
          <p:cNvSpPr txBox="1">
            <a:spLocks noGrp="1"/>
          </p:cNvSpPr>
          <p:nvPr>
            <p:ph type="sldNum" idx="12"/>
          </p:nvPr>
        </p:nvSpPr>
        <p:spPr>
          <a:xfrm>
            <a:off x="11296753" y="6217622"/>
            <a:ext cx="731681" cy="338700"/>
          </a:xfrm>
          <a:prstGeom prst="rect">
            <a:avLst/>
          </a:prstGeom>
          <a:noFill/>
          <a:ln>
            <a:noFill/>
          </a:ln>
        </p:spPr>
        <p:txBody>
          <a:bodyPr spcFirstLastPara="1" wrap="square" lIns="91425" tIns="91425" rIns="91425" bIns="91425" anchor="ctr" anchorCtr="0">
            <a:sp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75" r:id="rId10"/>
    <p:sldLayoutId id="2147483676" r:id="rId11"/>
    <p:sldLayoutId id="2147483677" r:id="rId12"/>
    <p:sldLayoutId id="2147483678"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8/19/2026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434629-19DC-0D6E-A084-90E2181A182F}"/>
              </a:ext>
            </a:extLst>
          </p:cNvPr>
          <p:cNvPicPr>
            <a:picLocks noChangeAspect="1"/>
          </p:cNvPicPr>
          <p:nvPr/>
        </p:nvPicPr>
        <p:blipFill rotWithShape="1">
          <a:blip r:embed="rId3"/>
          <a:srcRect b="2414"/>
          <a:stretch/>
        </p:blipFill>
        <p:spPr>
          <a:xfrm>
            <a:off x="-3778" y="-1740"/>
            <a:ext cx="12197365" cy="6859158"/>
          </a:xfrm>
          <a:prstGeom prst="rect">
            <a:avLst/>
          </a:prstGeom>
        </p:spPr>
      </p:pic>
      <p:sp>
        <p:nvSpPr>
          <p:cNvPr id="4" name="TextBox 8">
            <a:extLst>
              <a:ext uri="{FF2B5EF4-FFF2-40B4-BE49-F238E27FC236}">
                <a16:creationId xmlns:a16="http://schemas.microsoft.com/office/drawing/2014/main" id="{7482CB17-EEC9-49D7-ADBC-D6122B0859C6}"/>
              </a:ext>
            </a:extLst>
          </p:cNvPr>
          <p:cNvSpPr>
            <a:spLocks noChangeArrowheads="1"/>
          </p:cNvSpPr>
          <p:nvPr/>
        </p:nvSpPr>
        <p:spPr bwMode="auto">
          <a:xfrm>
            <a:off x="2882608" y="4909561"/>
            <a:ext cx="6426784" cy="1527117"/>
          </a:xfrm>
          <a:prstGeom prst="roundRect">
            <a:avLst>
              <a:gd name="adj" fmla="val 787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263166" tIns="37131" rIns="74261" bIns="37131" anchor="t">
            <a:spAutoFit/>
          </a:bodyPr>
          <a:lstStyle>
            <a:lvl1pPr defTabSz="9588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588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5885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5885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5885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spcAft>
                <a:spcPts val="975"/>
              </a:spcAft>
              <a:buNone/>
              <a:defRPr/>
            </a:pPr>
            <a:r>
              <a:rPr kumimoji="0" lang="en-US" altLang="id-ID" sz="1100" b="1" i="0" u="none" strike="noStrike" kern="1200" cap="none" spc="0" normalizeH="0" baseline="0" noProof="0">
                <a:ln>
                  <a:noFill/>
                </a:ln>
                <a:solidFill>
                  <a:srgbClr val="000000"/>
                </a:solidFill>
                <a:effectLst/>
                <a:uLnTx/>
                <a:uFillTx/>
                <a:latin typeface="Arial"/>
                <a:ea typeface="Calibri"/>
                <a:cs typeface="Arial"/>
              </a:rPr>
              <a:t>BAHAN INFORMASI</a:t>
            </a:r>
            <a:endParaRPr lang="en-US" altLang="id-ID" sz="1100" b="1">
              <a:latin typeface="Arial"/>
              <a:cs typeface="Arial"/>
            </a:endParaRPr>
          </a:p>
          <a:p>
            <a:pPr algn="ctr">
              <a:lnSpc>
                <a:spcPct val="100000"/>
              </a:lnSpc>
              <a:spcBef>
                <a:spcPct val="0"/>
              </a:spcBef>
              <a:spcAft>
                <a:spcPts val="975"/>
              </a:spcAft>
              <a:buNone/>
              <a:defRPr/>
            </a:pPr>
            <a:endParaRPr lang="en-US" altLang="id-ID" sz="1100" b="1" kern="1200">
              <a:latin typeface="Calibri"/>
              <a:ea typeface="Calibri"/>
            </a:endParaRPr>
          </a:p>
          <a:p>
            <a:pPr algn="ctr">
              <a:lnSpc>
                <a:spcPct val="100000"/>
              </a:lnSpc>
              <a:spcBef>
                <a:spcPct val="0"/>
              </a:spcBef>
              <a:buNone/>
              <a:defRPr/>
            </a:pPr>
            <a:r>
              <a:rPr lang="fi-FI" altLang="id-ID" sz="1450" b="1" dirty="0">
                <a:latin typeface="Arial"/>
              </a:rPr>
              <a:t>{judul_kegiatan}</a:t>
            </a:r>
            <a:endParaRPr lang="fi-FI" altLang="id-ID" sz="1450" b="1">
              <a:solidFill>
                <a:srgbClr val="000000"/>
              </a:solidFill>
              <a:latin typeface="Arial"/>
              <a:ea typeface="Calibri"/>
            </a:endParaRPr>
          </a:p>
          <a:p>
            <a:pPr algn="ctr">
              <a:lnSpc>
                <a:spcPct val="100000"/>
              </a:lnSpc>
              <a:spcBef>
                <a:spcPct val="0"/>
              </a:spcBef>
              <a:buNone/>
              <a:defRPr/>
            </a:pPr>
            <a:endParaRPr lang="fi-FI" altLang="id-ID" sz="1450" b="1">
              <a:solidFill>
                <a:srgbClr val="000000"/>
              </a:solidFill>
              <a:latin typeface="Arial"/>
              <a:ea typeface="Calibri"/>
            </a:endParaRPr>
          </a:p>
          <a:p>
            <a:pPr algn="ctr">
              <a:lnSpc>
                <a:spcPct val="100000"/>
              </a:lnSpc>
              <a:spcBef>
                <a:spcPct val="0"/>
              </a:spcBef>
              <a:buNone/>
              <a:defRPr/>
            </a:pPr>
            <a:r>
              <a:rPr lang="fi-FI" sz="1200" b="1" dirty="0">
                <a:solidFill>
                  <a:srgbClr val="000000"/>
                </a:solidFill>
                <a:latin typeface="Arial"/>
                <a:ea typeface="Calibri"/>
              </a:rPr>
              <a:t>{tanggal_cover}</a:t>
            </a:r>
            <a:endParaRPr lang="fi-FI" sz="2000"/>
          </a:p>
          <a:p>
            <a:pPr algn="ctr">
              <a:lnSpc>
                <a:spcPct val="100000"/>
              </a:lnSpc>
              <a:spcBef>
                <a:spcPct val="0"/>
              </a:spcBef>
              <a:buNone/>
              <a:defRPr/>
            </a:pPr>
            <a:endParaRPr lang="en-US" altLang="id-ID" sz="1100" i="0" u="none" strike="noStrike" cap="none" spc="244" normalizeH="0" baseline="0" noProof="0">
              <a:ln>
                <a:noFill/>
              </a:ln>
              <a:solidFill>
                <a:srgbClr val="000000"/>
              </a:solidFill>
              <a:effectLst/>
              <a:uLnTx/>
              <a:uFillTx/>
              <a:latin typeface="Arial"/>
              <a:cs typeface="Arial"/>
            </a:endParaRPr>
          </a:p>
        </p:txBody>
      </p:sp>
    </p:spTree>
    <p:extLst>
      <p:ext uri="{BB962C8B-B14F-4D97-AF65-F5344CB8AC3E}">
        <p14:creationId xmlns:p14="http://schemas.microsoft.com/office/powerpoint/2010/main" val="2478299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C9A72-7F2E-F0F6-9263-002E73426715}"/>
            </a:ext>
          </a:extLst>
        </p:cNvPr>
        <p:cNvGrpSpPr/>
        <p:nvPr/>
      </p:nvGrpSpPr>
      <p:grpSpPr>
        <a:xfrm>
          <a:off x="0" y="0"/>
          <a:ext cx="0" cy="0"/>
          <a:chOff x="0" y="0"/>
          <a:chExt cx="0" cy="0"/>
        </a:xfrm>
      </p:grpSpPr>
      <p:graphicFrame>
        <p:nvGraphicFramePr>
          <p:cNvPr id="3" name="tbl:kron" descr="Tabel kronologis. Baris contoh diduplikasi otomatis."/>
          <p:cNvGraphicFramePr>
            <a:graphicFrameLocks noGrp="1"/>
          </p:cNvGraphicFramePr>
          <p:nvPr/>
        </p:nvGraphicFramePr>
        <p:xfrm>
          <a:off x="300000" y="850000"/>
          <a:ext cx="11592000" cy="710000"/>
        </p:xfrm>
        <a:graphic>
          <a:graphicData uri="http://schemas.openxmlformats.org/drawingml/2006/table">
            <a:tbl>
              <a:tblPr firstRow="1"/>
              <a:tblGrid>
                <a:gridCol w="360000"/>
                <a:gridCol w="1100000"/>
                <a:gridCol w="3880000"/>
                <a:gridCol w="1900000"/>
                <a:gridCol w="2080000"/>
                <a:gridCol w="2272000"/>
              </a:tblGrid>
              <a:tr h="300000">
                <a:tc>
                  <a:txBody>
                    <a:bodyPr/>
                    <a:lstStyle/>
                    <a:p>
                      <a:pPr algn="ctr"/>
                      <a:r>
                        <a:rPr lang="id-ID" sz="900" b="1" dirty="0">
                          <a:solidFill>
                            <a:srgbClr val="FFFFFF"/>
                          </a:solidFill>
                          <a:latin typeface="Arial"/>
                          <a:cs typeface="Arial"/>
                        </a:rPr>
                        <a:t>No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c>
                  <a:txBody>
                    <a:bodyPr/>
                    <a:lstStyle/>
                    <a:p>
                      <a:pPr algn="ctr"/>
                      <a:r>
                        <a:rPr lang="id-ID" sz="900" b="1" dirty="0">
                          <a:solidFill>
                            <a:srgbClr val="FFFFFF"/>
                          </a:solidFill>
                          <a:latin typeface="Arial"/>
                          <a:cs typeface="Arial"/>
                        </a:rPr>
                        <a:t>Tanggal</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c>
                  <a:txBody>
                    <a:bodyPr/>
                    <a:lstStyle/>
                    <a:p>
                      <a:pPr algn="ctr"/>
                      <a:r>
                        <a:rPr lang="id-ID" sz="900" b="1" dirty="0">
                          <a:solidFill>
                            <a:srgbClr val="FFFFFF"/>
                          </a:solidFill>
                          <a:latin typeface="Arial"/>
                          <a:cs typeface="Arial"/>
                        </a:rPr>
                        <a:t>Uraian / Perihal</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c>
                  <a:txBody>
                    <a:bodyPr/>
                    <a:lstStyle/>
                    <a:p>
                      <a:pPr algn="ctr"/>
                      <a:r>
                        <a:rPr lang="id-ID" sz="900" b="1" dirty="0">
                          <a:solidFill>
                            <a:srgbClr val="FFFFFF"/>
                          </a:solidFill>
                          <a:latin typeface="Arial"/>
                          <a:cs typeface="Arial"/>
                        </a:rPr>
                        <a:t>Nomor Surat</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c>
                  <a:txBody>
                    <a:bodyPr/>
                    <a:lstStyle/>
                    <a:p>
                      <a:pPr algn="ctr"/>
                      <a:r>
                        <a:rPr lang="id-ID" sz="900" b="1" dirty="0">
                          <a:solidFill>
                            <a:srgbClr val="FFFFFF"/>
                          </a:solidFill>
                          <a:latin typeface="Arial"/>
                          <a:cs typeface="Arial"/>
                        </a:rPr>
                        <a:t>Alur (Dari)</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c>
                  <a:txBody>
                    <a:bodyPr/>
                    <a:lstStyle/>
                    <a:p>
                      <a:pPr algn="ctr"/>
                      <a:r>
                        <a:rPr lang="id-ID" sz="900" b="1" dirty="0">
                          <a:solidFill>
                            <a:srgbClr val="FFFFFF"/>
                          </a:solidFill>
                          <a:latin typeface="Arial"/>
                          <a:cs typeface="Arial"/>
                        </a:rPr>
                        <a:t>Alur (Ke)</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156082"/>
                    </a:solidFill>
                  </a:tcPr>
                </a:tc>
              </a:tr>
              <a:tr h="300000">
                <a:tc>
                  <a:txBody>
                    <a:bodyPr/>
                    <a:lstStyle/>
                    <a:p>
                      <a:pPr algn="ctr"/>
                      <a:r>
                        <a:rPr lang="id-ID" sz="900" b="0" dirty="0">
                          <a:solidFill>
                            <a:srgbClr val="000000"/>
                          </a:solidFill>
                          <a:latin typeface="Arial"/>
                          <a:cs typeface="Arial"/>
                        </a:rPr>
                        <a:t>{kron.no}</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{kron.tanggal}</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l"/>
                      <a:r>
                        <a:rPr lang="id-ID" sz="900" b="0" dirty="0">
                          <a:solidFill>
                            <a:srgbClr val="000000"/>
                          </a:solidFill>
                          <a:latin typeface="Arial"/>
                          <a:cs typeface="Arial"/>
                        </a:rPr>
                        <a:t>{kron.uraian}</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{kron.nomor}</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{kron.dari}</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algn="ctr"/>
                      <a:r>
                        <a:rPr lang="id-ID" sz="900" b="0" dirty="0">
                          <a:solidFill>
                            <a:srgbClr val="000000"/>
                          </a:solidFill>
                          <a:latin typeface="Arial"/>
                          <a:cs typeface="Arial"/>
                        </a:rPr>
                        <a:t>{kron.ke}</a:t>
                      </a:r>
                    </a:p>
                  </a:txBody>
                  <a:tcPr marL="72000" marR="72000" marT="22000" marB="220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7" name="object 62">
            <a:extLst>
              <a:ext uri="{FF2B5EF4-FFF2-40B4-BE49-F238E27FC236}">
                <a16:creationId xmlns:a16="http://schemas.microsoft.com/office/drawing/2014/main" id="{54222D8A-AAB4-D808-385C-26D146912894}"/>
              </a:ext>
            </a:extLst>
          </p:cNvPr>
          <p:cNvSpPr/>
          <p:nvPr/>
        </p:nvSpPr>
        <p:spPr>
          <a:xfrm>
            <a:off x="0" y="194551"/>
            <a:ext cx="12191999" cy="497770"/>
          </a:xfrm>
          <a:custGeom>
            <a:avLst/>
            <a:gdLst/>
            <a:ahLst/>
            <a:cxnLst/>
            <a:rect l="l" t="t" r="r" b="b"/>
            <a:pathLst>
              <a:path w="9039405" h="497770">
                <a:moveTo>
                  <a:pt x="0" y="0"/>
                </a:moveTo>
                <a:lnTo>
                  <a:pt x="0" y="497770"/>
                </a:lnTo>
                <a:lnTo>
                  <a:pt x="9039405" y="497770"/>
                </a:lnTo>
                <a:lnTo>
                  <a:pt x="9039405" y="0"/>
                </a:lnTo>
                <a:lnTo>
                  <a:pt x="0" y="0"/>
                </a:lnTo>
                <a:close/>
              </a:path>
            </a:pathLst>
          </a:custGeom>
          <a:solidFill>
            <a:srgbClr val="0E5469"/>
          </a:solidFill>
        </p:spPr>
        <p:txBody>
          <a:bodyPr wrap="square" lIns="0" tIns="0" rIns="0" bIns="0" rtlCol="0">
            <a:noAutofit/>
          </a:bodyPr>
          <a:lstStyle/>
          <a:p>
            <a:endParaRPr lang="id-ID"/>
          </a:p>
        </p:txBody>
      </p:sp>
      <p:sp>
        <p:nvSpPr>
          <p:cNvPr id="9" name="object 63">
            <a:extLst>
              <a:ext uri="{FF2B5EF4-FFF2-40B4-BE49-F238E27FC236}">
                <a16:creationId xmlns:a16="http://schemas.microsoft.com/office/drawing/2014/main" id="{CC667C12-FA52-3D9C-7D55-AE38C56005D4}"/>
              </a:ext>
            </a:extLst>
          </p:cNvPr>
          <p:cNvSpPr/>
          <p:nvPr/>
        </p:nvSpPr>
        <p:spPr>
          <a:xfrm>
            <a:off x="10750296" y="170687"/>
            <a:ext cx="1438655" cy="545592"/>
          </a:xfrm>
          <a:prstGeom prst="rect">
            <a:avLst/>
          </a:prstGeom>
          <a:blipFill>
            <a:blip r:embed="rId4" cstate="print"/>
            <a:stretch>
              <a:fillRect/>
            </a:stretch>
          </a:blipFill>
        </p:spPr>
        <p:txBody>
          <a:bodyPr wrap="square" lIns="0" tIns="0" rIns="0" bIns="0" rtlCol="0">
            <a:noAutofit/>
          </a:bodyPr>
          <a:lstStyle/>
          <a:p>
            <a:endParaRPr lang="id-ID"/>
          </a:p>
        </p:txBody>
      </p:sp>
      <p:sp>
        <p:nvSpPr>
          <p:cNvPr id="11" name="object 64">
            <a:extLst>
              <a:ext uri="{FF2B5EF4-FFF2-40B4-BE49-F238E27FC236}">
                <a16:creationId xmlns:a16="http://schemas.microsoft.com/office/drawing/2014/main" id="{12C5E3D9-C9CF-51DA-8247-8ABC57A16D7B}"/>
              </a:ext>
            </a:extLst>
          </p:cNvPr>
          <p:cNvSpPr/>
          <p:nvPr/>
        </p:nvSpPr>
        <p:spPr>
          <a:xfrm>
            <a:off x="10841970" y="223688"/>
            <a:ext cx="1350029" cy="439492"/>
          </a:xfrm>
          <a:custGeom>
            <a:avLst/>
            <a:gdLst/>
            <a:ahLst/>
            <a:cxnLst/>
            <a:rect l="l" t="t" r="r" b="b"/>
            <a:pathLst>
              <a:path w="1350029" h="439492">
                <a:moveTo>
                  <a:pt x="0" y="219746"/>
                </a:moveTo>
                <a:lnTo>
                  <a:pt x="728" y="237769"/>
                </a:lnTo>
                <a:lnTo>
                  <a:pt x="2876" y="255390"/>
                </a:lnTo>
                <a:lnTo>
                  <a:pt x="17268" y="305281"/>
                </a:lnTo>
                <a:lnTo>
                  <a:pt x="42398" y="349525"/>
                </a:lnTo>
                <a:lnTo>
                  <a:pt x="76737" y="386595"/>
                </a:lnTo>
                <a:lnTo>
                  <a:pt x="118759" y="414964"/>
                </a:lnTo>
                <a:lnTo>
                  <a:pt x="166938" y="433106"/>
                </a:lnTo>
                <a:lnTo>
                  <a:pt x="219745" y="439492"/>
                </a:lnTo>
                <a:lnTo>
                  <a:pt x="1350029" y="439492"/>
                </a:lnTo>
                <a:lnTo>
                  <a:pt x="1350029" y="0"/>
                </a:lnTo>
                <a:lnTo>
                  <a:pt x="219745" y="0"/>
                </a:lnTo>
                <a:lnTo>
                  <a:pt x="166938" y="6386"/>
                </a:lnTo>
                <a:lnTo>
                  <a:pt x="118759" y="24527"/>
                </a:lnTo>
                <a:lnTo>
                  <a:pt x="76737" y="52897"/>
                </a:lnTo>
                <a:lnTo>
                  <a:pt x="42398" y="89967"/>
                </a:lnTo>
                <a:lnTo>
                  <a:pt x="17268" y="134211"/>
                </a:lnTo>
                <a:lnTo>
                  <a:pt x="2876" y="184102"/>
                </a:lnTo>
                <a:lnTo>
                  <a:pt x="728" y="201724"/>
                </a:lnTo>
                <a:lnTo>
                  <a:pt x="0" y="219746"/>
                </a:lnTo>
                <a:close/>
              </a:path>
            </a:pathLst>
          </a:custGeom>
          <a:solidFill>
            <a:srgbClr val="FEFFFE"/>
          </a:solidFill>
        </p:spPr>
        <p:txBody>
          <a:bodyPr wrap="square" lIns="0" tIns="0" rIns="0" bIns="0" rtlCol="0">
            <a:noAutofit/>
          </a:bodyPr>
          <a:lstStyle/>
          <a:p>
            <a:endParaRPr lang="id-ID"/>
          </a:p>
        </p:txBody>
      </p:sp>
      <p:sp>
        <p:nvSpPr>
          <p:cNvPr id="13" name="object 65">
            <a:extLst>
              <a:ext uri="{FF2B5EF4-FFF2-40B4-BE49-F238E27FC236}">
                <a16:creationId xmlns:a16="http://schemas.microsoft.com/office/drawing/2014/main" id="{6A1406C2-97E9-D079-6D85-4281B8AC3B5C}"/>
              </a:ext>
            </a:extLst>
          </p:cNvPr>
          <p:cNvSpPr/>
          <p:nvPr/>
        </p:nvSpPr>
        <p:spPr>
          <a:xfrm>
            <a:off x="10963907" y="346235"/>
            <a:ext cx="1151999" cy="194400"/>
          </a:xfrm>
          <a:prstGeom prst="rect">
            <a:avLst/>
          </a:prstGeom>
          <a:blipFill>
            <a:blip r:embed="rId5" cstate="print"/>
            <a:stretch>
              <a:fillRect/>
            </a:stretch>
          </a:blipFill>
        </p:spPr>
        <p:txBody>
          <a:bodyPr wrap="square" lIns="0" tIns="0" rIns="0" bIns="0" rtlCol="0">
            <a:noAutofit/>
          </a:bodyPr>
          <a:lstStyle/>
          <a:p>
            <a:endParaRPr lang="id-ID"/>
          </a:p>
        </p:txBody>
      </p:sp>
      <p:sp>
        <p:nvSpPr>
          <p:cNvPr id="15" name="object 15">
            <a:extLst>
              <a:ext uri="{FF2B5EF4-FFF2-40B4-BE49-F238E27FC236}">
                <a16:creationId xmlns:a16="http://schemas.microsoft.com/office/drawing/2014/main" id="{E270D967-A73A-DB8B-9DCD-31A943540CA9}"/>
              </a:ext>
            </a:extLst>
          </p:cNvPr>
          <p:cNvSpPr/>
          <p:nvPr/>
        </p:nvSpPr>
        <p:spPr>
          <a:xfrm>
            <a:off x="8447315" y="238712"/>
            <a:ext cx="2139406" cy="409444"/>
          </a:xfrm>
          <a:prstGeom prst="roundRect">
            <a:avLst>
              <a:gd name="adj" fmla="val 32951"/>
            </a:avLst>
          </a:prstGeom>
          <a:solidFill>
            <a:schemeClr val="bg1"/>
          </a:solidFill>
          <a:effectLst>
            <a:innerShdw blurRad="114300">
              <a:prstClr val="black"/>
            </a:innerShdw>
          </a:effectLst>
        </p:spPr>
        <p:txBody>
          <a:bodyPr wrap="square" lIns="0" tIns="0" rIns="0" bIns="0" rtlCol="0" anchor="ctr"/>
          <a:lstStyle/>
          <a:p>
            <a:pPr algn="ctr" defTabSz="914126">
              <a:spcBef>
                <a:spcPts val="125"/>
              </a:spcBef>
            </a:pPr>
            <a:r>
              <a:rPr lang="en-US" b="1" dirty="0">
                <a:solidFill>
                  <a:sysClr val="windowText" lastClr="000000"/>
                </a:solidFill>
                <a:latin typeface="Arial"/>
                <a:cs typeface="Arial"/>
              </a:rPr>
              <a:t>{label_program}</a:t>
            </a:r>
            <a:endParaRPr lang="id-ID">
              <a:solidFill>
                <a:sysClr val="windowText" lastClr="000000"/>
              </a:solidFill>
              <a:latin typeface="Arial"/>
              <a:cs typeface="Arial"/>
            </a:endParaRPr>
          </a:p>
        </p:txBody>
      </p:sp>
      <p:sp>
        <p:nvSpPr>
          <p:cNvPr id="17" name="object 6">
            <a:extLst>
              <a:ext uri="{FF2B5EF4-FFF2-40B4-BE49-F238E27FC236}">
                <a16:creationId xmlns:a16="http://schemas.microsoft.com/office/drawing/2014/main" id="{76314B75-3FE1-69BE-556A-E17AD6DFD261}"/>
              </a:ext>
            </a:extLst>
          </p:cNvPr>
          <p:cNvSpPr txBox="1"/>
          <p:nvPr/>
        </p:nvSpPr>
        <p:spPr>
          <a:xfrm>
            <a:off x="195629" y="249427"/>
            <a:ext cx="7405397" cy="215900"/>
          </a:xfrm>
          <a:prstGeom prst="rect">
            <a:avLst/>
          </a:prstGeom>
        </p:spPr>
        <p:txBody>
          <a:bodyPr wrap="square" lIns="0" tIns="0" rIns="0" bIns="0" rtlCol="0" anchor="t">
            <a:noAutofit/>
          </a:bodyPr>
          <a:lstStyle/>
          <a:p>
            <a:pPr marL="12700">
              <a:lnSpc>
                <a:spcPts val="1660"/>
              </a:lnSpc>
              <a:spcBef>
                <a:spcPts val="83"/>
              </a:spcBef>
            </a:pPr>
            <a:r>
              <a:rPr lang="en-US" sz="1500" b="1" spc="-4">
                <a:solidFill>
                  <a:srgbClr val="FEFFFE"/>
                </a:solidFill>
                <a:latin typeface="Century Gothic"/>
              </a:rPr>
              <a:t>KRONOLOGIS</a:t>
            </a:r>
            <a:endParaRPr lang="id-ID"/>
          </a:p>
        </p:txBody>
      </p:sp>
      <p:sp>
        <p:nvSpPr>
          <p:cNvPr id="19" name="object 6">
            <a:extLst>
              <a:ext uri="{FF2B5EF4-FFF2-40B4-BE49-F238E27FC236}">
                <a16:creationId xmlns:a16="http://schemas.microsoft.com/office/drawing/2014/main" id="{C828B810-13E6-233C-BEFB-C49EF123264C}"/>
              </a:ext>
            </a:extLst>
          </p:cNvPr>
          <p:cNvSpPr txBox="1"/>
          <p:nvPr/>
        </p:nvSpPr>
        <p:spPr>
          <a:xfrm>
            <a:off x="195629" y="419998"/>
            <a:ext cx="7405397" cy="215900"/>
          </a:xfrm>
          <a:prstGeom prst="rect">
            <a:avLst/>
          </a:prstGeom>
        </p:spPr>
        <p:txBody>
          <a:bodyPr wrap="square" lIns="0" tIns="0" rIns="0" bIns="0" rtlCol="0" anchor="t">
            <a:noAutofit/>
          </a:bodyPr>
          <a:lstStyle/>
          <a:p>
            <a:pPr marL="12700">
              <a:lnSpc>
                <a:spcPts val="1660"/>
              </a:lnSpc>
              <a:spcBef>
                <a:spcPts val="83"/>
              </a:spcBef>
            </a:pPr>
            <a:r>
              <a:rPr lang="en-US" sz="1000" spc="-4" dirty="0">
                <a:solidFill>
                  <a:srgbClr val="FEFFFE"/>
                </a:solidFill>
                <a:latin typeface="Century Gothic"/>
              </a:rPr>
              <a:t>{judul_kegiatan}</a:t>
            </a:r>
            <a:endParaRPr lang="id-ID" sz="1050"/>
          </a:p>
        </p:txBody>
      </p:sp>
    </p:spTree>
    <p:extLst>
      <p:ext uri="{BB962C8B-B14F-4D97-AF65-F5344CB8AC3E}">
        <p14:creationId xmlns:p14="http://schemas.microsoft.com/office/powerpoint/2010/main" val="4106874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08A51-C558-0513-7337-64528C7851A8}"/>
            </a:ext>
          </a:extLst>
        </p:cNvPr>
        <p:cNvGrpSpPr/>
        <p:nvPr/>
      </p:nvGrpSpPr>
      <p:grpSpPr>
        <a:xfrm>
          <a:off x="0" y="0"/>
          <a:ext cx="0" cy="0"/>
          <a:chOff x="0" y="0"/>
          <a:chExt cx="0" cy="0"/>
        </a:xfrm>
      </p:grpSpPr>
      <p:sp>
        <p:nvSpPr>
          <p:cNvPr id="62" name="object 62">
            <a:extLst>
              <a:ext uri="{FF2B5EF4-FFF2-40B4-BE49-F238E27FC236}">
                <a16:creationId xmlns:a16="http://schemas.microsoft.com/office/drawing/2014/main" id="{4F3543E9-A732-50E4-29AA-9A48B0F59520}"/>
              </a:ext>
            </a:extLst>
          </p:cNvPr>
          <p:cNvSpPr/>
          <p:nvPr/>
        </p:nvSpPr>
        <p:spPr>
          <a:xfrm>
            <a:off x="0" y="194551"/>
            <a:ext cx="12191999" cy="497770"/>
          </a:xfrm>
          <a:custGeom>
            <a:avLst/>
            <a:gdLst/>
            <a:ahLst/>
            <a:cxnLst/>
            <a:rect l="l" t="t" r="r" b="b"/>
            <a:pathLst>
              <a:path w="9039405" h="497770">
                <a:moveTo>
                  <a:pt x="0" y="0"/>
                </a:moveTo>
                <a:lnTo>
                  <a:pt x="0" y="497770"/>
                </a:lnTo>
                <a:lnTo>
                  <a:pt x="9039405" y="497770"/>
                </a:lnTo>
                <a:lnTo>
                  <a:pt x="9039405" y="0"/>
                </a:lnTo>
                <a:lnTo>
                  <a:pt x="0" y="0"/>
                </a:lnTo>
                <a:close/>
              </a:path>
            </a:pathLst>
          </a:custGeom>
          <a:solidFill>
            <a:srgbClr val="0E5469"/>
          </a:solidFill>
        </p:spPr>
        <p:txBody>
          <a:bodyPr wrap="square" lIns="0" tIns="0" rIns="0" bIns="0" rtlCol="0">
            <a:noAutofit/>
          </a:bodyPr>
          <a:lstStyle/>
          <a:p>
            <a:endParaRPr lang="id-ID"/>
          </a:p>
        </p:txBody>
      </p:sp>
      <p:sp>
        <p:nvSpPr>
          <p:cNvPr id="63" name="object 63">
            <a:extLst>
              <a:ext uri="{FF2B5EF4-FFF2-40B4-BE49-F238E27FC236}">
                <a16:creationId xmlns:a16="http://schemas.microsoft.com/office/drawing/2014/main" id="{4ACF63B5-B1B3-103A-D620-AD6D3291FF2A}"/>
              </a:ext>
            </a:extLst>
          </p:cNvPr>
          <p:cNvSpPr/>
          <p:nvPr/>
        </p:nvSpPr>
        <p:spPr>
          <a:xfrm>
            <a:off x="10750296" y="170687"/>
            <a:ext cx="1438655" cy="545592"/>
          </a:xfrm>
          <a:prstGeom prst="rect">
            <a:avLst/>
          </a:prstGeom>
          <a:blipFill>
            <a:blip r:embed="rId3" cstate="print"/>
            <a:stretch>
              <a:fillRect/>
            </a:stretch>
          </a:blipFill>
        </p:spPr>
        <p:txBody>
          <a:bodyPr wrap="square" lIns="0" tIns="0" rIns="0" bIns="0" rtlCol="0">
            <a:noAutofit/>
          </a:bodyPr>
          <a:lstStyle/>
          <a:p>
            <a:endParaRPr lang="id-ID"/>
          </a:p>
        </p:txBody>
      </p:sp>
      <p:sp>
        <p:nvSpPr>
          <p:cNvPr id="64" name="object 64">
            <a:extLst>
              <a:ext uri="{FF2B5EF4-FFF2-40B4-BE49-F238E27FC236}">
                <a16:creationId xmlns:a16="http://schemas.microsoft.com/office/drawing/2014/main" id="{DD355FDF-894E-54EB-A8F2-2BB7E2606A3E}"/>
              </a:ext>
            </a:extLst>
          </p:cNvPr>
          <p:cNvSpPr/>
          <p:nvPr/>
        </p:nvSpPr>
        <p:spPr>
          <a:xfrm>
            <a:off x="10841970" y="223688"/>
            <a:ext cx="1350029" cy="439492"/>
          </a:xfrm>
          <a:custGeom>
            <a:avLst/>
            <a:gdLst/>
            <a:ahLst/>
            <a:cxnLst/>
            <a:rect l="l" t="t" r="r" b="b"/>
            <a:pathLst>
              <a:path w="1350029" h="439492">
                <a:moveTo>
                  <a:pt x="0" y="219746"/>
                </a:moveTo>
                <a:lnTo>
                  <a:pt x="728" y="237769"/>
                </a:lnTo>
                <a:lnTo>
                  <a:pt x="2876" y="255390"/>
                </a:lnTo>
                <a:lnTo>
                  <a:pt x="17268" y="305281"/>
                </a:lnTo>
                <a:lnTo>
                  <a:pt x="42398" y="349525"/>
                </a:lnTo>
                <a:lnTo>
                  <a:pt x="76737" y="386595"/>
                </a:lnTo>
                <a:lnTo>
                  <a:pt x="118759" y="414964"/>
                </a:lnTo>
                <a:lnTo>
                  <a:pt x="166938" y="433106"/>
                </a:lnTo>
                <a:lnTo>
                  <a:pt x="219745" y="439492"/>
                </a:lnTo>
                <a:lnTo>
                  <a:pt x="1350029" y="439492"/>
                </a:lnTo>
                <a:lnTo>
                  <a:pt x="1350029" y="0"/>
                </a:lnTo>
                <a:lnTo>
                  <a:pt x="219745" y="0"/>
                </a:lnTo>
                <a:lnTo>
                  <a:pt x="166938" y="6386"/>
                </a:lnTo>
                <a:lnTo>
                  <a:pt x="118759" y="24527"/>
                </a:lnTo>
                <a:lnTo>
                  <a:pt x="76737" y="52897"/>
                </a:lnTo>
                <a:lnTo>
                  <a:pt x="42398" y="89967"/>
                </a:lnTo>
                <a:lnTo>
                  <a:pt x="17268" y="134211"/>
                </a:lnTo>
                <a:lnTo>
                  <a:pt x="2876" y="184102"/>
                </a:lnTo>
                <a:lnTo>
                  <a:pt x="728" y="201724"/>
                </a:lnTo>
                <a:lnTo>
                  <a:pt x="0" y="219746"/>
                </a:lnTo>
                <a:close/>
              </a:path>
            </a:pathLst>
          </a:custGeom>
          <a:solidFill>
            <a:srgbClr val="FEFFFE"/>
          </a:solidFill>
        </p:spPr>
        <p:txBody>
          <a:bodyPr wrap="square" lIns="0" tIns="0" rIns="0" bIns="0" rtlCol="0">
            <a:noAutofit/>
          </a:bodyPr>
          <a:lstStyle/>
          <a:p>
            <a:endParaRPr lang="id-ID"/>
          </a:p>
        </p:txBody>
      </p:sp>
      <p:sp>
        <p:nvSpPr>
          <p:cNvPr id="65" name="object 65">
            <a:extLst>
              <a:ext uri="{FF2B5EF4-FFF2-40B4-BE49-F238E27FC236}">
                <a16:creationId xmlns:a16="http://schemas.microsoft.com/office/drawing/2014/main" id="{75EBA2F2-D102-51A6-15E5-7C2682EFDCA4}"/>
              </a:ext>
            </a:extLst>
          </p:cNvPr>
          <p:cNvSpPr/>
          <p:nvPr/>
        </p:nvSpPr>
        <p:spPr>
          <a:xfrm>
            <a:off x="10963907" y="346235"/>
            <a:ext cx="1151999" cy="194400"/>
          </a:xfrm>
          <a:prstGeom prst="rect">
            <a:avLst/>
          </a:prstGeom>
          <a:blipFill>
            <a:blip r:embed="rId4" cstate="print"/>
            <a:stretch>
              <a:fillRect/>
            </a:stretch>
          </a:blipFill>
        </p:spPr>
        <p:txBody>
          <a:bodyPr wrap="square" lIns="0" tIns="0" rIns="0" bIns="0" rtlCol="0">
            <a:noAutofit/>
          </a:bodyPr>
          <a:lstStyle/>
          <a:p>
            <a:endParaRPr lang="id-ID"/>
          </a:p>
        </p:txBody>
      </p:sp>
      <p:sp>
        <p:nvSpPr>
          <p:cNvPr id="39" name="object 15">
            <a:extLst>
              <a:ext uri="{FF2B5EF4-FFF2-40B4-BE49-F238E27FC236}">
                <a16:creationId xmlns:a16="http://schemas.microsoft.com/office/drawing/2014/main" id="{A8BB4B51-0B07-9441-C268-BF60242C54E0}"/>
              </a:ext>
            </a:extLst>
          </p:cNvPr>
          <p:cNvSpPr/>
          <p:nvPr/>
        </p:nvSpPr>
        <p:spPr>
          <a:xfrm>
            <a:off x="8447315" y="238712"/>
            <a:ext cx="2139406" cy="409444"/>
          </a:xfrm>
          <a:prstGeom prst="roundRect">
            <a:avLst>
              <a:gd name="adj" fmla="val 32951"/>
            </a:avLst>
          </a:prstGeom>
          <a:solidFill>
            <a:schemeClr val="bg1"/>
          </a:solidFill>
          <a:effectLst>
            <a:innerShdw blurRad="114300">
              <a:prstClr val="black"/>
            </a:innerShdw>
          </a:effectLst>
        </p:spPr>
        <p:txBody>
          <a:bodyPr wrap="square" lIns="0" tIns="0" rIns="0" bIns="0" rtlCol="0" anchor="ctr"/>
          <a:lstStyle/>
          <a:p>
            <a:pPr algn="ctr" defTabSz="914126">
              <a:spcBef>
                <a:spcPts val="125"/>
              </a:spcBef>
            </a:pPr>
            <a:r>
              <a:rPr lang="en-US" b="1" dirty="0">
                <a:solidFill>
                  <a:sysClr val="windowText" lastClr="000000"/>
                </a:solidFill>
                <a:latin typeface="Arial"/>
                <a:cs typeface="Arial"/>
              </a:rPr>
              <a:t>{label_program}</a:t>
            </a:r>
            <a:endParaRPr lang="id-ID">
              <a:solidFill>
                <a:sysClr val="windowText" lastClr="000000"/>
              </a:solidFill>
              <a:latin typeface="Arial"/>
              <a:cs typeface="Arial"/>
            </a:endParaRPr>
          </a:p>
        </p:txBody>
      </p:sp>
      <p:sp>
        <p:nvSpPr>
          <p:cNvPr id="7" name="object 6">
            <a:extLst>
              <a:ext uri="{FF2B5EF4-FFF2-40B4-BE49-F238E27FC236}">
                <a16:creationId xmlns:a16="http://schemas.microsoft.com/office/drawing/2014/main" id="{80A2AA55-56B3-6452-1B6F-BD2E469BDDD7}"/>
              </a:ext>
            </a:extLst>
          </p:cNvPr>
          <p:cNvSpPr txBox="1"/>
          <p:nvPr/>
        </p:nvSpPr>
        <p:spPr>
          <a:xfrm>
            <a:off x="195629" y="249427"/>
            <a:ext cx="7405397" cy="215900"/>
          </a:xfrm>
          <a:prstGeom prst="rect">
            <a:avLst/>
          </a:prstGeom>
        </p:spPr>
        <p:txBody>
          <a:bodyPr wrap="square" lIns="0" tIns="0" rIns="0" bIns="0" rtlCol="0" anchor="t">
            <a:noAutofit/>
          </a:bodyPr>
          <a:lstStyle/>
          <a:p>
            <a:pPr marL="12700">
              <a:lnSpc>
                <a:spcPts val="1660"/>
              </a:lnSpc>
              <a:spcBef>
                <a:spcPts val="83"/>
              </a:spcBef>
            </a:pPr>
            <a:r>
              <a:rPr lang="en-US" sz="1500" b="1" spc="-4">
                <a:solidFill>
                  <a:srgbClr val="FEFFFE"/>
                </a:solidFill>
                <a:latin typeface="Century Gothic"/>
              </a:rPr>
              <a:t>LATAR BELAKANG</a:t>
            </a:r>
            <a:endParaRPr lang="id-ID"/>
          </a:p>
        </p:txBody>
      </p:sp>
      <p:sp>
        <p:nvSpPr>
          <p:cNvPr id="8" name="object 6">
            <a:extLst>
              <a:ext uri="{FF2B5EF4-FFF2-40B4-BE49-F238E27FC236}">
                <a16:creationId xmlns:a16="http://schemas.microsoft.com/office/drawing/2014/main" id="{15A2EF8D-68A0-3529-740A-C8F5F081CEFF}"/>
              </a:ext>
            </a:extLst>
          </p:cNvPr>
          <p:cNvSpPr txBox="1"/>
          <p:nvPr/>
        </p:nvSpPr>
        <p:spPr>
          <a:xfrm>
            <a:off x="195629" y="419998"/>
            <a:ext cx="7405397" cy="215900"/>
          </a:xfrm>
          <a:prstGeom prst="rect">
            <a:avLst/>
          </a:prstGeom>
        </p:spPr>
        <p:txBody>
          <a:bodyPr wrap="square" lIns="0" tIns="0" rIns="0" bIns="0" rtlCol="0" anchor="t">
            <a:noAutofit/>
          </a:bodyPr>
          <a:lstStyle/>
          <a:p>
            <a:pPr marL="12700">
              <a:lnSpc>
                <a:spcPts val="1660"/>
              </a:lnSpc>
              <a:spcBef>
                <a:spcPts val="83"/>
              </a:spcBef>
            </a:pPr>
            <a:r>
              <a:rPr lang="en-US" sz="1000" spc="-4" dirty="0">
                <a:solidFill>
                  <a:srgbClr val="FEFFFE"/>
                </a:solidFill>
                <a:latin typeface="Century Gothic"/>
              </a:rPr>
              <a:t>{judul_kegiatan}</a:t>
            </a:r>
            <a:endParaRPr lang="id-ID" sz="1050"/>
          </a:p>
        </p:txBody>
      </p:sp>
      <p:sp>
        <p:nvSpPr>
          <p:cNvPr id="16" name="Slide Number Placeholder 4">
            <a:extLst>
              <a:ext uri="{FF2B5EF4-FFF2-40B4-BE49-F238E27FC236}">
                <a16:creationId xmlns:a16="http://schemas.microsoft.com/office/drawing/2014/main" id="{AE1F4B07-8D31-DAF7-7712-6E77A231B0D7}"/>
              </a:ext>
            </a:extLst>
          </p:cNvPr>
          <p:cNvSpPr>
            <a:spLocks noGrp="1"/>
          </p:cNvSpPr>
          <p:nvPr>
            <p:ph type="sldNum" sz="quarter" idx="12"/>
          </p:nvPr>
        </p:nvSpPr>
        <p:spPr>
          <a:xfrm>
            <a:off x="11552751" y="6581503"/>
            <a:ext cx="731700" cy="525000"/>
          </a:xfrm>
        </p:spPr>
        <p:txBody>
          <a:bodyPr/>
          <a:lstStyle/>
          <a:p>
            <a:fld id="{59EF78EA-EBC6-4E0A-A81E-B2409A07333A}" type="slidenum">
              <a:rPr lang="en-ID" sz="1200" dirty="0" smtClean="0"/>
              <a:t>3</a:t>
            </a:fld>
            <a:endParaRPr lang="en-US" sz="1200"/>
          </a:p>
        </p:txBody>
      </p:sp>
      <p:sp>
        <p:nvSpPr>
          <p:cNvPr id="28" name="fit:latar">
            <a:extLst>
              <a:ext uri="{FF2B5EF4-FFF2-40B4-BE49-F238E27FC236}">
                <a16:creationId xmlns:a16="http://schemas.microsoft.com/office/drawing/2014/main" id="{1770DE04-4DB2-61B8-AD4B-F83CBBC62A12}"/>
              </a:ext>
            </a:extLst>
          </p:cNvPr>
          <p:cNvSpPr txBox="1"/>
          <p:nvPr/>
        </p:nvSpPr>
        <p:spPr>
          <a:xfrm>
            <a:off x="5341220" y="1185979"/>
            <a:ext cx="6548806" cy="3108543"/>
          </a:xfrm>
          <a:prstGeom prst="rect">
            <a:avLst/>
          </a:prstGeom>
          <a:noFill/>
        </p:spPr>
        <p:txBody>
          <a:bodyPr wrap="square" lIns="91440" tIns="45720" rIns="91440" bIns="45720" anchor="t">
            <a:spAutoFit/>
          </a:bodyPr>
          <a:lstStyle/>
          <a:p>
            <a:pPr algn="just"/>
            <a:r>
              <a:rPr lang="en-ID" b="1" sz="1400"/>
              <a:t>LATAR BELAKANG</a:t>
            </a:r>
          </a:p>
          <a:p>
            <a:pPr algn="just"/>
            <a:r>
              <a:rPr lang="en-ID" dirty="0" sz="1400"/>
              <a:t>{@latar_belakang}</a:t>
            </a:r>
          </a:p>
        </p:txBody>
      </p:sp>
      <p:sp>
        <p:nvSpPr>
          <p:cNvPr id="31" name="fit:maksud">
            <a:extLst>
              <a:ext uri="{FF2B5EF4-FFF2-40B4-BE49-F238E27FC236}">
                <a16:creationId xmlns:a16="http://schemas.microsoft.com/office/drawing/2014/main" id="{C52FF49D-9C15-6ACC-68D4-20AAA4A41FBE}"/>
              </a:ext>
            </a:extLst>
          </p:cNvPr>
          <p:cNvSpPr txBox="1"/>
          <p:nvPr/>
        </p:nvSpPr>
        <p:spPr>
          <a:xfrm>
            <a:off x="5341220" y="4579366"/>
            <a:ext cx="6563320" cy="1384995"/>
          </a:xfrm>
          <a:prstGeom prst="rect">
            <a:avLst/>
          </a:prstGeom>
          <a:noFill/>
        </p:spPr>
        <p:txBody>
          <a:bodyPr wrap="square">
            <a:spAutoFit/>
          </a:bodyPr>
          <a:lstStyle/>
          <a:p>
            <a:pPr algn="just"/>
            <a:r>
              <a:rPr lang="en-ID" b="1" sz="1400"/>
              <a:t>MAKSUD DAN TUJUAN</a:t>
            </a:r>
          </a:p>
          <a:p>
            <a:pPr algn="just"/>
            <a:r>
              <a:rPr lang="en-ID" dirty="0" sz="1400"/>
              <a:t>{@maksud_tujuan}</a:t>
            </a:r>
          </a:p>
        </p:txBody>
      </p:sp>
      <p:sp>
        <p:nvSpPr>
          <p:cNvPr id="1027" name="img:pra" descr="Slot otomatis. Jangan dihapus."/>
          <p:cNvSpPr/>
          <p:nvPr/>
        </p:nvSpPr>
        <p:spPr>
          <a:xfrm>
            <a:off x="586144" y="1020528"/>
            <a:ext cx="3783241" cy="2837431"/>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SLOT FOTO: kondisi awal</a:t>
            </a:r>
          </a:p>
        </p:txBody>
      </p:sp>
      <p:sp>
        <p:nvSpPr>
          <p:cNvPr id="1028" name="img:pasca" descr="Slot otomatis. Jangan dihapus."/>
          <p:cNvSpPr/>
          <p:nvPr/>
        </p:nvSpPr>
        <p:spPr>
          <a:xfrm>
            <a:off x="570915" y="4059343"/>
            <a:ext cx="3783241" cy="2522160"/>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SLOT FOTO: kondisi berikutnya</a:t>
            </a:r>
          </a:p>
        </p:txBody>
      </p:sp>
      <p:sp>
        <p:nvSpPr>
          <p:cNvPr id="35" name="TextBox 34">
            <a:extLst>
              <a:ext uri="{FF2B5EF4-FFF2-40B4-BE49-F238E27FC236}">
                <a16:creationId xmlns:a16="http://schemas.microsoft.com/office/drawing/2014/main" id="{2EF9785E-1DDD-265F-A59E-E4A7AD5EBC07}"/>
              </a:ext>
            </a:extLst>
          </p:cNvPr>
          <p:cNvSpPr txBox="1"/>
          <p:nvPr/>
        </p:nvSpPr>
        <p:spPr>
          <a:xfrm>
            <a:off x="507340" y="3550182"/>
            <a:ext cx="3940848" cy="307777"/>
          </a:xfrm>
          <a:prstGeom prst="rect">
            <a:avLst/>
          </a:prstGeom>
          <a:solidFill>
            <a:srgbClr val="FFFFFF">
              <a:alpha val="60000"/>
            </a:srgbClr>
          </a:solidFill>
        </p:spPr>
        <p:txBody>
          <a:bodyPr wrap="square" rtlCol="0">
            <a:spAutoFit/>
          </a:bodyPr>
          <a:lstStyle/>
          <a:p>
            <a:pPr algn="ctr"/>
            <a:r>
              <a:rPr lang="en-US" dirty="0"/>
              <a:t>{cap_pra}</a:t>
            </a:r>
            <a:endParaRPr lang="en-ID"/>
          </a:p>
        </p:txBody>
      </p:sp>
      <p:sp>
        <p:nvSpPr>
          <p:cNvPr id="38" name="TextBox 37">
            <a:extLst>
              <a:ext uri="{FF2B5EF4-FFF2-40B4-BE49-F238E27FC236}">
                <a16:creationId xmlns:a16="http://schemas.microsoft.com/office/drawing/2014/main" id="{646A2EF4-964E-E37A-6D64-87AD337A88F4}"/>
              </a:ext>
            </a:extLst>
          </p:cNvPr>
          <p:cNvSpPr txBox="1"/>
          <p:nvPr/>
        </p:nvSpPr>
        <p:spPr>
          <a:xfrm>
            <a:off x="507340" y="6273726"/>
            <a:ext cx="3940848" cy="307777"/>
          </a:xfrm>
          <a:prstGeom prst="rect">
            <a:avLst/>
          </a:prstGeom>
          <a:solidFill>
            <a:srgbClr val="FFFFFF">
              <a:alpha val="60000"/>
            </a:srgbClr>
          </a:solidFill>
        </p:spPr>
        <p:txBody>
          <a:bodyPr wrap="square" rtlCol="0">
            <a:spAutoFit/>
          </a:bodyPr>
          <a:lstStyle/>
          <a:p>
            <a:pPr algn="ctr"/>
            <a:r>
              <a:rPr lang="en-US" dirty="0"/>
              <a:t>{cap_pasca}</a:t>
            </a:r>
            <a:endParaRPr lang="en-ID"/>
          </a:p>
        </p:txBody>
      </p:sp>
    </p:spTree>
    <p:extLst>
      <p:ext uri="{BB962C8B-B14F-4D97-AF65-F5344CB8AC3E}">
        <p14:creationId xmlns:p14="http://schemas.microsoft.com/office/powerpoint/2010/main" val="2693573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08A51-C558-0513-7337-64528C7851A8}"/>
            </a:ext>
          </a:extLst>
        </p:cNvPr>
        <p:cNvGrpSpPr/>
        <p:nvPr/>
      </p:nvGrpSpPr>
      <p:grpSpPr>
        <a:xfrm>
          <a:off x="0" y="0"/>
          <a:ext cx="0" cy="0"/>
          <a:chOff x="0" y="0"/>
          <a:chExt cx="0" cy="0"/>
        </a:xfrm>
      </p:grpSpPr>
      <p:sp>
        <p:nvSpPr>
          <p:cNvPr id="62" name="object 62">
            <a:extLst>
              <a:ext uri="{FF2B5EF4-FFF2-40B4-BE49-F238E27FC236}">
                <a16:creationId xmlns:a16="http://schemas.microsoft.com/office/drawing/2014/main" id="{4F3543E9-A732-50E4-29AA-9A48B0F59520}"/>
              </a:ext>
            </a:extLst>
          </p:cNvPr>
          <p:cNvSpPr/>
          <p:nvPr/>
        </p:nvSpPr>
        <p:spPr>
          <a:xfrm>
            <a:off x="0" y="194551"/>
            <a:ext cx="12191999" cy="497770"/>
          </a:xfrm>
          <a:custGeom>
            <a:avLst/>
            <a:gdLst/>
            <a:ahLst/>
            <a:cxnLst/>
            <a:rect l="l" t="t" r="r" b="b"/>
            <a:pathLst>
              <a:path w="9039405" h="497770">
                <a:moveTo>
                  <a:pt x="0" y="0"/>
                </a:moveTo>
                <a:lnTo>
                  <a:pt x="0" y="497770"/>
                </a:lnTo>
                <a:lnTo>
                  <a:pt x="9039405" y="497770"/>
                </a:lnTo>
                <a:lnTo>
                  <a:pt x="9039405" y="0"/>
                </a:lnTo>
                <a:lnTo>
                  <a:pt x="0" y="0"/>
                </a:lnTo>
                <a:close/>
              </a:path>
            </a:pathLst>
          </a:custGeom>
          <a:solidFill>
            <a:srgbClr val="0E5469"/>
          </a:solidFill>
        </p:spPr>
        <p:txBody>
          <a:bodyPr wrap="square" lIns="0" tIns="0" rIns="0" bIns="0" rtlCol="0">
            <a:noAutofit/>
          </a:bodyPr>
          <a:lstStyle/>
          <a:p>
            <a:endParaRPr lang="id-ID"/>
          </a:p>
        </p:txBody>
      </p:sp>
      <p:sp>
        <p:nvSpPr>
          <p:cNvPr id="63" name="object 63">
            <a:extLst>
              <a:ext uri="{FF2B5EF4-FFF2-40B4-BE49-F238E27FC236}">
                <a16:creationId xmlns:a16="http://schemas.microsoft.com/office/drawing/2014/main" id="{4ACF63B5-B1B3-103A-D620-AD6D3291FF2A}"/>
              </a:ext>
            </a:extLst>
          </p:cNvPr>
          <p:cNvSpPr/>
          <p:nvPr/>
        </p:nvSpPr>
        <p:spPr>
          <a:xfrm>
            <a:off x="10750296" y="170687"/>
            <a:ext cx="1438655" cy="545592"/>
          </a:xfrm>
          <a:prstGeom prst="rect">
            <a:avLst/>
          </a:prstGeom>
          <a:blipFill>
            <a:blip r:embed="rId3" cstate="print"/>
            <a:stretch>
              <a:fillRect/>
            </a:stretch>
          </a:blipFill>
        </p:spPr>
        <p:txBody>
          <a:bodyPr wrap="square" lIns="0" tIns="0" rIns="0" bIns="0" rtlCol="0">
            <a:noAutofit/>
          </a:bodyPr>
          <a:lstStyle/>
          <a:p>
            <a:endParaRPr lang="id-ID"/>
          </a:p>
        </p:txBody>
      </p:sp>
      <p:sp>
        <p:nvSpPr>
          <p:cNvPr id="64" name="object 64">
            <a:extLst>
              <a:ext uri="{FF2B5EF4-FFF2-40B4-BE49-F238E27FC236}">
                <a16:creationId xmlns:a16="http://schemas.microsoft.com/office/drawing/2014/main" id="{DD355FDF-894E-54EB-A8F2-2BB7E2606A3E}"/>
              </a:ext>
            </a:extLst>
          </p:cNvPr>
          <p:cNvSpPr/>
          <p:nvPr/>
        </p:nvSpPr>
        <p:spPr>
          <a:xfrm>
            <a:off x="10841970" y="223688"/>
            <a:ext cx="1350029" cy="439492"/>
          </a:xfrm>
          <a:custGeom>
            <a:avLst/>
            <a:gdLst/>
            <a:ahLst/>
            <a:cxnLst/>
            <a:rect l="l" t="t" r="r" b="b"/>
            <a:pathLst>
              <a:path w="1350029" h="439492">
                <a:moveTo>
                  <a:pt x="0" y="219746"/>
                </a:moveTo>
                <a:lnTo>
                  <a:pt x="728" y="237769"/>
                </a:lnTo>
                <a:lnTo>
                  <a:pt x="2876" y="255390"/>
                </a:lnTo>
                <a:lnTo>
                  <a:pt x="17268" y="305281"/>
                </a:lnTo>
                <a:lnTo>
                  <a:pt x="42398" y="349525"/>
                </a:lnTo>
                <a:lnTo>
                  <a:pt x="76737" y="386595"/>
                </a:lnTo>
                <a:lnTo>
                  <a:pt x="118759" y="414964"/>
                </a:lnTo>
                <a:lnTo>
                  <a:pt x="166938" y="433106"/>
                </a:lnTo>
                <a:lnTo>
                  <a:pt x="219745" y="439492"/>
                </a:lnTo>
                <a:lnTo>
                  <a:pt x="1350029" y="439492"/>
                </a:lnTo>
                <a:lnTo>
                  <a:pt x="1350029" y="0"/>
                </a:lnTo>
                <a:lnTo>
                  <a:pt x="219745" y="0"/>
                </a:lnTo>
                <a:lnTo>
                  <a:pt x="166938" y="6386"/>
                </a:lnTo>
                <a:lnTo>
                  <a:pt x="118759" y="24527"/>
                </a:lnTo>
                <a:lnTo>
                  <a:pt x="76737" y="52897"/>
                </a:lnTo>
                <a:lnTo>
                  <a:pt x="42398" y="89967"/>
                </a:lnTo>
                <a:lnTo>
                  <a:pt x="17268" y="134211"/>
                </a:lnTo>
                <a:lnTo>
                  <a:pt x="2876" y="184102"/>
                </a:lnTo>
                <a:lnTo>
                  <a:pt x="728" y="201724"/>
                </a:lnTo>
                <a:lnTo>
                  <a:pt x="0" y="219746"/>
                </a:lnTo>
                <a:close/>
              </a:path>
            </a:pathLst>
          </a:custGeom>
          <a:solidFill>
            <a:srgbClr val="FEFFFE"/>
          </a:solidFill>
        </p:spPr>
        <p:txBody>
          <a:bodyPr wrap="square" lIns="0" tIns="0" rIns="0" bIns="0" rtlCol="0">
            <a:noAutofit/>
          </a:bodyPr>
          <a:lstStyle/>
          <a:p>
            <a:endParaRPr lang="id-ID"/>
          </a:p>
        </p:txBody>
      </p:sp>
      <p:sp>
        <p:nvSpPr>
          <p:cNvPr id="65" name="object 65">
            <a:extLst>
              <a:ext uri="{FF2B5EF4-FFF2-40B4-BE49-F238E27FC236}">
                <a16:creationId xmlns:a16="http://schemas.microsoft.com/office/drawing/2014/main" id="{75EBA2F2-D102-51A6-15E5-7C2682EFDCA4}"/>
              </a:ext>
            </a:extLst>
          </p:cNvPr>
          <p:cNvSpPr/>
          <p:nvPr/>
        </p:nvSpPr>
        <p:spPr>
          <a:xfrm>
            <a:off x="10963907" y="346235"/>
            <a:ext cx="1151999" cy="194400"/>
          </a:xfrm>
          <a:prstGeom prst="rect">
            <a:avLst/>
          </a:prstGeom>
          <a:blipFill>
            <a:blip r:embed="rId4" cstate="print"/>
            <a:stretch>
              <a:fillRect/>
            </a:stretch>
          </a:blipFill>
        </p:spPr>
        <p:txBody>
          <a:bodyPr wrap="square" lIns="0" tIns="0" rIns="0" bIns="0" rtlCol="0">
            <a:noAutofit/>
          </a:bodyPr>
          <a:lstStyle/>
          <a:p>
            <a:endParaRPr lang="id-ID"/>
          </a:p>
        </p:txBody>
      </p:sp>
      <p:graphicFrame>
        <p:nvGraphicFramePr>
          <p:cNvPr id="27" name="tbl:spek">
            <a:extLst>
              <a:ext uri="{FF2B5EF4-FFF2-40B4-BE49-F238E27FC236}">
                <a16:creationId xmlns:a16="http://schemas.microsoft.com/office/drawing/2014/main" id="{9E5DF3DA-FFD3-09F3-8C7D-69854E6CB36C}"/>
              </a:ext>
            </a:extLst>
          </p:cNvPr>
          <p:cNvGraphicFramePr>
            <a:graphicFrameLocks noGrp="1"/>
          </p:cNvGraphicFramePr>
          <p:nvPr/>
        </p:nvGraphicFramePr>
        <p:xfrm>
          <a:off x="135001" y="2323019"/>
          <a:ext cx="5613928" cy="2969132"/>
        </p:xfrm>
        <a:graphic>
          <a:graphicData uri="http://schemas.openxmlformats.org/drawingml/2006/table">
            <a:tbl>
              <a:tblPr firstRow="1" bandRow="1"/>
              <a:tblGrid>
                <a:gridCol w="1908203">
                  <a:extLst>
                    <a:ext uri="{9D8B030D-6E8A-4147-A177-3AD203B41FA5}">
                      <a16:colId xmlns:a16="http://schemas.microsoft.com/office/drawing/2014/main" val="3572116336"/>
                    </a:ext>
                  </a:extLst>
                </a:gridCol>
                <a:gridCol w="3705725">
                  <a:extLst>
                    <a:ext uri="{9D8B030D-6E8A-4147-A177-3AD203B41FA5}">
                      <a16:colId xmlns:a16="http://schemas.microsoft.com/office/drawing/2014/main" val="1326281034"/>
                    </a:ext>
                  </a:extLst>
                </a:gridCol>
              </a:tblGrid>
              <a:tr h="152198">
                <a:tc>
                  <a:txBody>
                    <a:bodyPr/>
                    <a:lstStyle/>
                    <a:p>
                      <a:pPr>
                        <a:lnSpc>
                          <a:spcPct val="115000"/>
                        </a:lnSpc>
                        <a:spcAft>
                          <a:spcPts val="800"/>
                        </a:spcAft>
                        <a:buNone/>
                      </a:pPr>
                      <a:r>
                        <a:rPr lang="id-ID" sz="900" kern="100" noProof="0">
                          <a:effectLst/>
                          <a:latin typeface="Arial"/>
                          <a:ea typeface="Aptos" panose="020B0004020202020204" pitchFamily="34" charset="0"/>
                          <a:cs typeface="Arial"/>
                        </a:rPr>
                        <a:t>Nama Pekerjaan</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15000"/>
                        </a:lnSpc>
                        <a:spcAft>
                          <a:spcPts val="800"/>
                        </a:spcAft>
                        <a:buNone/>
                      </a:pPr>
                      <a:r>
                        <a:rPr lang="en-US" sz="900" kern="100" noProof="0" dirty="0">
                          <a:effectLst/>
                          <a:latin typeface="Arial"/>
                          <a:ea typeface="Aptos" panose="020B0004020202020204" pitchFamily="34" charset="0"/>
                          <a:cs typeface="Arial"/>
                        </a:rPr>
                        <a:t>{nama_pekerjaan}</a:t>
                      </a:r>
                      <a:endParaRPr lang="id-ID" sz="900" kern="100" noProof="0" err="1">
                        <a:effectLst/>
                        <a:latin typeface="Arial"/>
                        <a:ea typeface="Aptos" panose="020B0004020202020204" pitchFamily="34" charset="0"/>
                        <a:cs typeface="Arial"/>
                      </a:endParaRP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3223498"/>
                  </a:ext>
                </a:extLst>
              </a:tr>
              <a:tr h="152198">
                <a:tc>
                  <a:txBody>
                    <a:bodyPr/>
                    <a:lstStyle/>
                    <a:p>
                      <a:pPr>
                        <a:lnSpc>
                          <a:spcPct val="115000"/>
                        </a:lnSpc>
                        <a:spcAft>
                          <a:spcPts val="800"/>
                        </a:spcAft>
                        <a:buNone/>
                      </a:pPr>
                      <a:r>
                        <a:rPr lang="id-ID" sz="900" kern="100" noProof="0">
                          <a:effectLst/>
                          <a:latin typeface="Arial"/>
                          <a:ea typeface="Aptos" panose="020B0004020202020204" pitchFamily="34" charset="0"/>
                          <a:cs typeface="Arial"/>
                        </a:rPr>
                        <a:t>Lokasi Pekerjaan</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15000"/>
                        </a:lnSpc>
                        <a:spcAft>
                          <a:spcPts val="800"/>
                        </a:spcAft>
                        <a:buNone/>
                      </a:pPr>
                      <a:r>
                        <a:rPr lang="en-US" sz="900" kern="100" noProof="0" dirty="0">
                          <a:effectLst/>
                          <a:latin typeface="Arial"/>
                          <a:ea typeface="Aptos" panose="020B0004020202020204" pitchFamily="34" charset="0"/>
                          <a:cs typeface="Arial"/>
                        </a:rPr>
                        <a:t>{lokasi_pekerjaan}</a:t>
                      </a:r>
                      <a:endParaRPr lang="id-ID" sz="900" kern="100" noProof="0">
                        <a:effectLst/>
                        <a:latin typeface="Arial"/>
                        <a:ea typeface="Aptos" panose="020B0004020202020204" pitchFamily="34" charset="0"/>
                        <a:cs typeface="Arial"/>
                      </a:endParaRP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67271644"/>
                  </a:ext>
                </a:extLst>
              </a:tr>
              <a:tr h="152198">
                <a:tc>
                  <a:txBody>
                    <a:bodyPr/>
                    <a:lstStyle/>
                    <a:p>
                      <a:pPr>
                        <a:lnSpc>
                          <a:spcPct val="115000"/>
                        </a:lnSpc>
                        <a:spcAft>
                          <a:spcPts val="800"/>
                        </a:spcAft>
                        <a:buNone/>
                      </a:pPr>
                      <a:r>
                        <a:rPr lang="en-US" sz="900" kern="100" noProof="0">
                          <a:effectLst/>
                          <a:latin typeface="Arial"/>
                          <a:ea typeface="Aptos" panose="020B0004020202020204" pitchFamily="34" charset="0"/>
                          <a:cs typeface="Arial"/>
                        </a:rPr>
                        <a:t>Masa </a:t>
                      </a:r>
                      <a:r>
                        <a:rPr lang="en-US" sz="900" kern="100" noProof="0" err="1">
                          <a:effectLst/>
                          <a:latin typeface="Arial"/>
                          <a:ea typeface="Aptos" panose="020B0004020202020204" pitchFamily="34" charset="0"/>
                          <a:cs typeface="Arial"/>
                        </a:rPr>
                        <a:t>Pelaksanaan</a:t>
                      </a:r>
                      <a:r>
                        <a:rPr lang="en-US" sz="900" kern="100" noProof="0">
                          <a:effectLst/>
                          <a:latin typeface="Arial"/>
                          <a:ea typeface="Aptos" panose="020B0004020202020204" pitchFamily="34" charset="0"/>
                          <a:cs typeface="Arial"/>
                        </a:rPr>
                        <a:t> </a:t>
                      </a:r>
                      <a:endParaRPr lang="id-ID" sz="900" kern="100" noProof="0">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15000"/>
                        </a:lnSpc>
                        <a:spcAft>
                          <a:spcPts val="800"/>
                        </a:spcAft>
                        <a:buNone/>
                      </a:pPr>
                      <a:r>
                        <a:rPr lang="en-US" sz="900" kern="100" noProof="0" dirty="0">
                          <a:effectLst/>
                          <a:latin typeface="Arial"/>
                          <a:ea typeface="Aptos" panose="020B0004020202020204" pitchFamily="34" charset="0"/>
                          <a:cs typeface="Arial"/>
                        </a:rPr>
                        <a:t>{masa_pelaksanaan}</a:t>
                      </a:r>
                      <a:endParaRPr lang="id-ID" sz="900" kern="100" noProof="0">
                        <a:effectLst/>
                        <a:latin typeface="Arial"/>
                        <a:ea typeface="Aptos" panose="020B0004020202020204" pitchFamily="34" charset="0"/>
                        <a:cs typeface="Arial"/>
                      </a:endParaRP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41493886"/>
                  </a:ext>
                </a:extLst>
              </a:tr>
              <a:tr h="152198">
                <a:tc>
                  <a:txBody>
                    <a:bodyPr/>
                    <a:lstStyle/>
                    <a:p>
                      <a:pPr>
                        <a:lnSpc>
                          <a:spcPct val="115000"/>
                        </a:lnSpc>
                        <a:spcAft>
                          <a:spcPts val="800"/>
                        </a:spcAft>
                        <a:buNone/>
                      </a:pPr>
                      <a:r>
                        <a:rPr lang="en-US" sz="900" kern="100" noProof="0">
                          <a:effectLst/>
                          <a:latin typeface="Arial"/>
                          <a:ea typeface="Aptos" panose="020B0004020202020204" pitchFamily="34" charset="0"/>
                          <a:cs typeface="Arial"/>
                        </a:rPr>
                        <a:t>Luas </a:t>
                      </a:r>
                      <a:r>
                        <a:rPr lang="en-US" sz="900" kern="100" noProof="0" err="1">
                          <a:effectLst/>
                          <a:latin typeface="Arial"/>
                          <a:ea typeface="Aptos" panose="020B0004020202020204" pitchFamily="34" charset="0"/>
                          <a:cs typeface="Arial"/>
                        </a:rPr>
                        <a:t>persil</a:t>
                      </a:r>
                      <a:endParaRPr lang="id-ID" sz="900" kern="100" noProof="0" err="1">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15000"/>
                        </a:lnSpc>
                        <a:spcAft>
                          <a:spcPts val="800"/>
                        </a:spcAft>
                        <a:buNone/>
                      </a:pPr>
                      <a:r>
                        <a:rPr lang="en-US" sz="900" kern="100" noProof="0" dirty="0">
                          <a:effectLst/>
                          <a:latin typeface="Arial"/>
                          <a:ea typeface="Aptos" panose="020B0004020202020204" pitchFamily="34" charset="0"/>
                          <a:cs typeface="Arial"/>
                        </a:rPr>
                        <a:t>{luas_persil}</a:t>
                      </a: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9657344"/>
                  </a:ext>
                </a:extLst>
              </a:tr>
              <a:tr h="152198">
                <a:tc>
                  <a:txBody>
                    <a:bodyPr/>
                    <a:lstStyle/>
                    <a:p>
                      <a:pPr>
                        <a:lnSpc>
                          <a:spcPct val="115000"/>
                        </a:lnSpc>
                        <a:spcAft>
                          <a:spcPts val="800"/>
                        </a:spcAft>
                        <a:buNone/>
                      </a:pPr>
                      <a:r>
                        <a:rPr lang="en-US" sz="900" kern="100" noProof="0">
                          <a:effectLst/>
                          <a:latin typeface="Arial"/>
                          <a:ea typeface="Aptos" panose="020B0004020202020204" pitchFamily="34" charset="0"/>
                          <a:cs typeface="Arial"/>
                        </a:rPr>
                        <a:t>Luas total </a:t>
                      </a:r>
                      <a:r>
                        <a:rPr lang="en-US" sz="900" kern="100" noProof="0" err="1">
                          <a:effectLst/>
                          <a:latin typeface="Arial"/>
                          <a:ea typeface="Aptos" panose="020B0004020202020204" pitchFamily="34" charset="0"/>
                          <a:cs typeface="Arial"/>
                        </a:rPr>
                        <a:t>bangunan</a:t>
                      </a:r>
                      <a:endParaRPr lang="id-ID" sz="900" kern="100" noProof="0" err="1">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lvl="0">
                        <a:lnSpc>
                          <a:spcPct val="100000"/>
                        </a:lnSpc>
                        <a:spcAft>
                          <a:spcPts val="0"/>
                        </a:spcAft>
                        <a:buNone/>
                      </a:pPr>
                      <a:r>
                        <a:rPr lang="en-US" sz="900" kern="100" noProof="0" dirty="0">
                          <a:effectLst/>
                          <a:latin typeface="Arial"/>
                          <a:ea typeface="Aptos" panose="020B0004020202020204" pitchFamily="34" charset="0"/>
                          <a:cs typeface="Arial"/>
                        </a:rPr>
                        <a:t>{luas_bangunan}</a:t>
                      </a: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48750174"/>
                  </a:ext>
                </a:extLst>
              </a:tr>
              <a:tr h="152198">
                <a:tc gridSpan="2">
                  <a:txBody>
                    <a:bodyPr/>
                    <a:lstStyle/>
                    <a:p>
                      <a:pPr>
                        <a:lnSpc>
                          <a:spcPct val="115000"/>
                        </a:lnSpc>
                        <a:spcAft>
                          <a:spcPts val="800"/>
                        </a:spcAft>
                        <a:buNone/>
                      </a:pPr>
                      <a:r>
                        <a:rPr lang="id-ID" sz="900" b="1" kern="100" noProof="0" dirty="0">
                          <a:effectLst/>
                          <a:latin typeface="Arial"/>
                          <a:ea typeface="Aptos" panose="020B0004020202020204" pitchFamily="34" charset="0"/>
                          <a:cs typeface="Arial"/>
                        </a:rPr>
                        <a:t>{pihak.peran}</a:t>
                      </a:r>
                      <a:endParaRPr lang="id-ID" sz="900" kern="100" noProof="0" err="1">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en-ID"/>
                    </a:p>
                  </a:txBody>
                  <a:tcPr/>
                </a:tc>
                <a:extLst>
                  <a:ext uri="{0D108BD9-81ED-4DB2-BD59-A6C34878D82A}">
                    <a16:rowId xmlns:a16="http://schemas.microsoft.com/office/drawing/2014/main" val="1941301588"/>
                  </a:ext>
                </a:extLst>
              </a:tr>
              <a:tr h="152198">
                <a:tc>
                  <a:txBody>
                    <a:bodyPr/>
                    <a:lstStyle/>
                    <a:p>
                      <a:pPr>
                        <a:lnSpc>
                          <a:spcPct val="115000"/>
                        </a:lnSpc>
                        <a:spcAft>
                          <a:spcPts val="800"/>
                        </a:spcAft>
                        <a:buNone/>
                      </a:pPr>
                      <a:r>
                        <a:rPr lang="id-ID" sz="900" kern="100" noProof="0">
                          <a:effectLst/>
                          <a:latin typeface="Arial"/>
                          <a:ea typeface="Aptos" panose="020B0004020202020204" pitchFamily="34" charset="0"/>
                          <a:cs typeface="Arial"/>
                        </a:rPr>
                        <a:t>Nama Perusahaan</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14999"/>
                        </a:lnSpc>
                        <a:spcBef>
                          <a:spcPts val="0"/>
                        </a:spcBef>
                        <a:spcAft>
                          <a:spcPts val="800"/>
                        </a:spcAft>
                        <a:buNone/>
                      </a:pPr>
                      <a:r>
                        <a:rPr lang="en-US" sz="900" b="0" i="0" u="none" strike="noStrike" noProof="0" dirty="0">
                          <a:solidFill>
                            <a:srgbClr val="000000"/>
                          </a:solidFill>
                          <a:latin typeface="Arial"/>
                          <a:ea typeface="Aptos" panose="020B0004020202020204" pitchFamily="34" charset="0"/>
                          <a:cs typeface="Arial"/>
                        </a:rPr>
                        <a:t>{pihak.nama}</a:t>
                      </a:r>
                      <a:endParaRPr lang="en-US" sz="900"/>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78368255"/>
                  </a:ext>
                </a:extLst>
              </a:tr>
              <a:tr h="152198">
                <a:tc>
                  <a:txBody>
                    <a:bodyPr/>
                    <a:lstStyle/>
                    <a:p>
                      <a:pPr>
                        <a:lnSpc>
                          <a:spcPct val="115000"/>
                        </a:lnSpc>
                        <a:spcAft>
                          <a:spcPts val="800"/>
                        </a:spcAft>
                        <a:buNone/>
                      </a:pPr>
                      <a:r>
                        <a:rPr lang="id-ID" sz="900" kern="100" noProof="0">
                          <a:effectLst/>
                          <a:latin typeface="Arial"/>
                          <a:ea typeface="Aptos" panose="020B0004020202020204" pitchFamily="34" charset="0"/>
                          <a:cs typeface="Arial"/>
                        </a:rPr>
                        <a:t>Nilai Kontrak</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nSpc>
                          <a:spcPct val="115000"/>
                        </a:lnSpc>
                        <a:spcAft>
                          <a:spcPts val="800"/>
                        </a:spcAft>
                        <a:buNone/>
                      </a:pPr>
                      <a:r>
                        <a:rPr lang="id-ID" sz="900" kern="100" noProof="0" dirty="0">
                          <a:effectLst/>
                          <a:latin typeface="Arial"/>
                          <a:ea typeface="Aptos" panose="020B0004020202020204" pitchFamily="34" charset="0"/>
                          <a:cs typeface="Arial"/>
                        </a:rPr>
                        <a:t>{pihak.nilai}</a:t>
                      </a:r>
                      <a:endParaRPr lang="id-ID" sz="900" kern="100" noProof="0">
                        <a:effectLst/>
                        <a:latin typeface="Arial"/>
                        <a:ea typeface="Aptos" panose="020B0004020202020204" pitchFamily="34" charset="0"/>
                        <a:cs typeface="Arial"/>
                      </a:endParaRP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73111455"/>
                  </a:ext>
                </a:extLst>
              </a:tr>
              <a:tr h="152198">
                <a:tc gridSpan="2">
                  <a:txBody>
                    <a:bodyPr/>
                    <a:lstStyle/>
                    <a:p>
                      <a:pPr>
                        <a:lnSpc>
                          <a:spcPct val="115000"/>
                        </a:lnSpc>
                        <a:spcAft>
                          <a:spcPts val="800"/>
                        </a:spcAft>
                        <a:buNone/>
                      </a:pPr>
                      <a:r>
                        <a:rPr lang="id-ID" sz="900" b="1" kern="100" noProof="0">
                          <a:effectLst/>
                          <a:latin typeface="Arial"/>
                          <a:ea typeface="Aptos" panose="020B0004020202020204" pitchFamily="34" charset="0"/>
                          <a:cs typeface="Arial"/>
                        </a:rPr>
                        <a:t>Lingkup Pekerjaan</a:t>
                      </a:r>
                      <a:endParaRPr lang="id-ID" sz="900" kern="100" noProof="0">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en-ID"/>
                    </a:p>
                  </a:txBody>
                  <a:tcPr/>
                </a:tc>
                <a:extLst>
                  <a:ext uri="{0D108BD9-81ED-4DB2-BD59-A6C34878D82A}">
                    <a16:rowId xmlns:a16="http://schemas.microsoft.com/office/drawing/2014/main" val="2021311179"/>
                  </a:ext>
                </a:extLst>
              </a:tr>
              <a:tr h="152198">
                <a:tc gridSpan="2">
                  <a:txBody>
                    <a:bodyPr/>
                    <a:lstStyle/>
                    <a:p>
                      <a:pPr marL="342900" lvl="0" indent="-341630">
                        <a:lnSpc>
                          <a:spcPct val="100000"/>
                        </a:lnSpc>
                        <a:spcAft>
                          <a:spcPts val="0"/>
                        </a:spcAft>
                        <a:buFont typeface="+mj-lt"/>
                        <a:buAutoNum type="arabicPeriod"/>
                        <a:tabLst>
                          <a:tab pos="457200" algn="l"/>
                        </a:tabLst>
                      </a:pPr>
                      <a:r>
                        <a:rPr lang="en-US" sz="900" kern="100" noProof="0" dirty="0">
                          <a:effectLst/>
                          <a:latin typeface="Arial"/>
                          <a:ea typeface="Aptos" panose="020B0004020202020204" pitchFamily="34" charset="0"/>
                          <a:cs typeface="Arial"/>
                        </a:rPr>
                        <a:t>{@lingkup}</a:t>
                      </a: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en-ID"/>
                    </a:p>
                  </a:txBody>
                  <a:tcPr/>
                </a:tc>
                <a:extLst>
                  <a:ext uri="{0D108BD9-81ED-4DB2-BD59-A6C34878D82A}">
                    <a16:rowId xmlns:a16="http://schemas.microsoft.com/office/drawing/2014/main" val="3756240969"/>
                  </a:ext>
                </a:extLst>
              </a:tr>
            </a:tbl>
          </a:graphicData>
        </a:graphic>
      </p:graphicFrame>
      <p:sp>
        <p:nvSpPr>
          <p:cNvPr id="39" name="object 15">
            <a:extLst>
              <a:ext uri="{FF2B5EF4-FFF2-40B4-BE49-F238E27FC236}">
                <a16:creationId xmlns:a16="http://schemas.microsoft.com/office/drawing/2014/main" id="{A8BB4B51-0B07-9441-C268-BF60242C54E0}"/>
              </a:ext>
            </a:extLst>
          </p:cNvPr>
          <p:cNvSpPr/>
          <p:nvPr/>
        </p:nvSpPr>
        <p:spPr>
          <a:xfrm>
            <a:off x="8447315" y="238712"/>
            <a:ext cx="2139406" cy="409444"/>
          </a:xfrm>
          <a:prstGeom prst="roundRect">
            <a:avLst>
              <a:gd name="adj" fmla="val 32951"/>
            </a:avLst>
          </a:prstGeom>
          <a:solidFill>
            <a:schemeClr val="bg1"/>
          </a:solidFill>
          <a:effectLst>
            <a:innerShdw blurRad="114300">
              <a:prstClr val="black"/>
            </a:innerShdw>
          </a:effectLst>
        </p:spPr>
        <p:txBody>
          <a:bodyPr wrap="square" lIns="0" tIns="0" rIns="0" bIns="0" rtlCol="0" anchor="ctr"/>
          <a:lstStyle/>
          <a:p>
            <a:pPr algn="ctr" defTabSz="914126">
              <a:spcBef>
                <a:spcPts val="125"/>
              </a:spcBef>
            </a:pPr>
            <a:r>
              <a:rPr lang="en-US" b="1" dirty="0">
                <a:solidFill>
                  <a:sysClr val="windowText" lastClr="000000"/>
                </a:solidFill>
                <a:latin typeface="Arial"/>
                <a:cs typeface="Arial"/>
              </a:rPr>
              <a:t>{label_program}</a:t>
            </a:r>
            <a:endParaRPr lang="id-ID">
              <a:solidFill>
                <a:sysClr val="windowText" lastClr="000000"/>
              </a:solidFill>
              <a:latin typeface="Arial"/>
              <a:cs typeface="Arial"/>
            </a:endParaRPr>
          </a:p>
        </p:txBody>
      </p:sp>
      <p:sp>
        <p:nvSpPr>
          <p:cNvPr id="7" name="object 6">
            <a:extLst>
              <a:ext uri="{FF2B5EF4-FFF2-40B4-BE49-F238E27FC236}">
                <a16:creationId xmlns:a16="http://schemas.microsoft.com/office/drawing/2014/main" id="{80A2AA55-56B3-6452-1B6F-BD2E469BDDD7}"/>
              </a:ext>
            </a:extLst>
          </p:cNvPr>
          <p:cNvSpPr txBox="1"/>
          <p:nvPr/>
        </p:nvSpPr>
        <p:spPr>
          <a:xfrm>
            <a:off x="195629" y="249427"/>
            <a:ext cx="7405397" cy="215900"/>
          </a:xfrm>
          <a:prstGeom prst="rect">
            <a:avLst/>
          </a:prstGeom>
        </p:spPr>
        <p:txBody>
          <a:bodyPr wrap="square" lIns="0" tIns="0" rIns="0" bIns="0" rtlCol="0" anchor="t">
            <a:noAutofit/>
          </a:bodyPr>
          <a:lstStyle/>
          <a:p>
            <a:pPr marL="12700">
              <a:lnSpc>
                <a:spcPts val="1660"/>
              </a:lnSpc>
              <a:spcBef>
                <a:spcPts val="83"/>
              </a:spcBef>
            </a:pPr>
            <a:r>
              <a:rPr lang="en-US" sz="1500" b="1" spc="-4" dirty="0">
                <a:solidFill>
                  <a:srgbClr val="FEFFFE"/>
                </a:solidFill>
                <a:latin typeface="Century Gothic"/>
              </a:rPr>
              <a:t>{judul_kegiatan}</a:t>
            </a:r>
            <a:endParaRPr lang="id-ID"/>
          </a:p>
        </p:txBody>
      </p:sp>
      <p:sp>
        <p:nvSpPr>
          <p:cNvPr id="8" name="object 6">
            <a:extLst>
              <a:ext uri="{FF2B5EF4-FFF2-40B4-BE49-F238E27FC236}">
                <a16:creationId xmlns:a16="http://schemas.microsoft.com/office/drawing/2014/main" id="{15A2EF8D-68A0-3529-740A-C8F5F081CEFF}"/>
              </a:ext>
            </a:extLst>
          </p:cNvPr>
          <p:cNvSpPr txBox="1"/>
          <p:nvPr/>
        </p:nvSpPr>
        <p:spPr>
          <a:xfrm>
            <a:off x="195629" y="419998"/>
            <a:ext cx="7405397" cy="215900"/>
          </a:xfrm>
          <a:prstGeom prst="rect">
            <a:avLst/>
          </a:prstGeom>
        </p:spPr>
        <p:txBody>
          <a:bodyPr wrap="square" lIns="0" tIns="0" rIns="0" bIns="0" rtlCol="0" anchor="t">
            <a:noAutofit/>
          </a:bodyPr>
          <a:lstStyle/>
          <a:p>
            <a:pPr marL="12700">
              <a:lnSpc>
                <a:spcPts val="1660"/>
              </a:lnSpc>
              <a:spcBef>
                <a:spcPts val="83"/>
              </a:spcBef>
            </a:pPr>
            <a:r>
              <a:rPr lang="en-US" sz="1000" spc="-4" dirty="0">
                <a:solidFill>
                  <a:srgbClr val="FEFFFE"/>
                </a:solidFill>
                <a:latin typeface="Century Gothic"/>
              </a:rPr>
              <a:t>{lokasi}</a:t>
            </a:r>
            <a:endParaRPr lang="id-ID" sz="1050"/>
          </a:p>
        </p:txBody>
      </p:sp>
      <p:sp>
        <p:nvSpPr>
          <p:cNvPr id="67" name="area:foto" descr="Slot otomatis. Jangan dihapus."/>
          <p:cNvSpPr/>
          <p:nvPr/>
        </p:nvSpPr>
        <p:spPr>
          <a:xfrm>
            <a:off x="5772559" y="806470"/>
            <a:ext cx="6210813" cy="4669741"/>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AREA FOTO SOROTAN (0-6 foto, otomatis)</a:t>
            </a:r>
          </a:p>
        </p:txBody>
      </p:sp>
      <p:graphicFrame>
        <p:nvGraphicFramePr>
          <p:cNvPr id="3" name="tbl:masalah">
            <a:extLst>
              <a:ext uri="{FF2B5EF4-FFF2-40B4-BE49-F238E27FC236}">
                <a16:creationId xmlns:a16="http://schemas.microsoft.com/office/drawing/2014/main" id="{FEE78C53-0782-D113-78BB-71FFA30FD828}"/>
              </a:ext>
            </a:extLst>
          </p:cNvPr>
          <p:cNvGraphicFramePr>
            <a:graphicFrameLocks noGrp="1"/>
          </p:cNvGraphicFramePr>
          <p:nvPr/>
        </p:nvGraphicFramePr>
        <p:xfrm>
          <a:off x="133334" y="5340986"/>
          <a:ext cx="5611218" cy="1469465"/>
        </p:xfrm>
        <a:graphic>
          <a:graphicData uri="http://schemas.openxmlformats.org/drawingml/2006/table">
            <a:tbl>
              <a:tblPr firstRow="1" bandRow="1"/>
              <a:tblGrid>
                <a:gridCol w="2805609">
                  <a:extLst>
                    <a:ext uri="{9D8B030D-6E8A-4147-A177-3AD203B41FA5}">
                      <a16:colId xmlns:a16="http://schemas.microsoft.com/office/drawing/2014/main" val="3706631518"/>
                    </a:ext>
                  </a:extLst>
                </a:gridCol>
                <a:gridCol w="2805609">
                  <a:extLst>
                    <a:ext uri="{9D8B030D-6E8A-4147-A177-3AD203B41FA5}">
                      <a16:colId xmlns:a16="http://schemas.microsoft.com/office/drawing/2014/main" val="3469599436"/>
                    </a:ext>
                  </a:extLst>
                </a:gridCol>
              </a:tblGrid>
              <a:tr h="219786">
                <a:tc>
                  <a:txBody>
                    <a:bodyPr/>
                    <a:lstStyle/>
                    <a:p>
                      <a:pPr algn="ctr">
                        <a:lnSpc>
                          <a:spcPct val="100000"/>
                        </a:lnSpc>
                        <a:spcAft>
                          <a:spcPts val="0"/>
                        </a:spcAft>
                        <a:buNone/>
                      </a:pPr>
                      <a:r>
                        <a:rPr lang="en-US" sz="900" kern="100" noProof="0" err="1">
                          <a:effectLst/>
                          <a:latin typeface="Arial"/>
                          <a:ea typeface="Aptos" panose="020B0004020202020204" pitchFamily="34" charset="0"/>
                          <a:cs typeface="Arial"/>
                        </a:rPr>
                        <a:t>Permasalahan</a:t>
                      </a:r>
                      <a:endParaRPr lang="id-ID" sz="900" kern="100" noProof="0">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Aft>
                          <a:spcPts val="0"/>
                        </a:spcAft>
                        <a:buNone/>
                      </a:pPr>
                      <a:r>
                        <a:rPr lang="en-US" sz="900" kern="100" noProof="0" err="1">
                          <a:effectLst/>
                          <a:latin typeface="Arial"/>
                          <a:ea typeface="Aptos" panose="020B0004020202020204" pitchFamily="34" charset="0"/>
                          <a:cs typeface="Arial"/>
                        </a:rPr>
                        <a:t>Tindak</a:t>
                      </a:r>
                      <a:r>
                        <a:rPr lang="en-US" sz="900" kern="100" noProof="0">
                          <a:effectLst/>
                          <a:latin typeface="Arial"/>
                          <a:ea typeface="Aptos" panose="020B0004020202020204" pitchFamily="34" charset="0"/>
                          <a:cs typeface="Arial"/>
                        </a:rPr>
                        <a:t> </a:t>
                      </a:r>
                      <a:r>
                        <a:rPr lang="en-US" sz="900" kern="100" noProof="0" err="1">
                          <a:effectLst/>
                          <a:latin typeface="Arial"/>
                          <a:ea typeface="Aptos" panose="020B0004020202020204" pitchFamily="34" charset="0"/>
                          <a:cs typeface="Arial"/>
                        </a:rPr>
                        <a:t>lanjut</a:t>
                      </a:r>
                      <a:endParaRPr lang="id-ID" sz="900" kern="100" noProof="0">
                        <a:effectLst/>
                        <a:latin typeface="Arial"/>
                        <a:ea typeface="Aptos" panose="020B0004020202020204" pitchFamily="34" charset="0"/>
                        <a:cs typeface="Arial"/>
                      </a:endParaRPr>
                    </a:p>
                  </a:txBody>
                  <a:tcPr marL="56188" marR="56188" marT="28094" marB="28094"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0770157"/>
                  </a:ext>
                </a:extLst>
              </a:tr>
              <a:tr h="1249679">
                <a:tc>
                  <a:txBody>
                    <a:bodyPr/>
                    <a:lstStyle/>
                    <a:p>
                      <a:pPr marL="228600" lvl="0" indent="-228600" algn="just">
                        <a:spcAft>
                          <a:spcPts val="0"/>
                        </a:spcAft>
                        <a:buClr>
                          <a:srgbClr val="000000"/>
                        </a:buClr>
                        <a:buAutoNum type="arabicPeriod"/>
                      </a:pPr>
                      <a:r>
                        <a:rPr lang="en-US" sz="850" b="0" i="0" u="none" strike="noStrike" kern="100" noProof="0" dirty="0">
                          <a:solidFill>
                            <a:srgbClr val="000000"/>
                          </a:solidFill>
                          <a:effectLst/>
                          <a:latin typeface="Arial"/>
                          <a:cs typeface="Arial"/>
                        </a:rPr>
                        <a:t>{@masalah}</a:t>
                      </a: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228600" marR="0" lvl="0" indent="-228600" algn="just" rtl="0" eaLnBrk="1" fontAlgn="auto" latinLnBrk="0" hangingPunct="1">
                        <a:lnSpc>
                          <a:spcPct val="100000"/>
                        </a:lnSpc>
                        <a:spcBef>
                          <a:spcPts val="0"/>
                        </a:spcBef>
                        <a:spcAft>
                          <a:spcPts val="0"/>
                        </a:spcAft>
                        <a:buClrTx/>
                        <a:buSzTx/>
                        <a:buAutoNum type="arabicPeriod"/>
                      </a:pPr>
                      <a:r>
                        <a:rPr lang="en-US" sz="850" b="0" i="0" u="none" strike="noStrike" kern="100" cap="none" spc="0" normalizeH="0" baseline="0" noProof="0" dirty="0">
                          <a:ln>
                            <a:noFill/>
                          </a:ln>
                          <a:solidFill>
                            <a:prstClr val="black"/>
                          </a:solidFill>
                          <a:effectLst/>
                          <a:uLnTx/>
                          <a:uFillTx/>
                          <a:latin typeface="Arial"/>
                          <a:ea typeface="Aptos" panose="020B0004020202020204" pitchFamily="34" charset="0"/>
                          <a:cs typeface="Arial"/>
                        </a:rPr>
                        <a:t>{@tindak_lanjut}</a:t>
                      </a:r>
                    </a:p>
                  </a:txBody>
                  <a:tcPr marL="56188" marR="56188" marT="28094" marB="28094">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66585561"/>
                  </a:ext>
                </a:extLst>
              </a:tr>
            </a:tbl>
          </a:graphicData>
        </a:graphic>
      </p:graphicFrame>
      <p:sp>
        <p:nvSpPr>
          <p:cNvPr id="66" name="img:design3d" descr="Slot otomatis. Jangan dihapus."/>
          <p:cNvSpPr/>
          <p:nvPr/>
        </p:nvSpPr>
        <p:spPr>
          <a:xfrm>
            <a:off x="125046" y="806470"/>
            <a:ext cx="5641468" cy="1484948"/>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SLOT GAMBAR: rencana / design 3D</a:t>
            </a:r>
          </a:p>
        </p:txBody>
      </p:sp>
      <p:graphicFrame>
        <p:nvGraphicFramePr>
          <p:cNvPr id="17" name="tbl:status">
            <a:extLst>
              <a:ext uri="{FF2B5EF4-FFF2-40B4-BE49-F238E27FC236}">
                <a16:creationId xmlns:a16="http://schemas.microsoft.com/office/drawing/2014/main" id="{42CE66A2-1859-ADC8-C2B8-E750A3C5D031}"/>
              </a:ext>
            </a:extLst>
          </p:cNvPr>
          <p:cNvGraphicFramePr>
            <a:graphicFrameLocks noGrp="1"/>
          </p:cNvGraphicFramePr>
          <p:nvPr>
            <p:extLst>
              <p:ext uri="{D42A27DB-BD31-4B8C-83A1-F6EECF244321}">
                <p14:modId xmlns:p14="http://schemas.microsoft.com/office/powerpoint/2010/main" val="2052215622"/>
              </p:ext>
            </p:extLst>
          </p:nvPr>
        </p:nvGraphicFramePr>
        <p:xfrm>
          <a:off x="5772559" y="5544730"/>
          <a:ext cx="6220632" cy="1259840"/>
        </p:xfrm>
        <a:graphic>
          <a:graphicData uri="http://schemas.openxmlformats.org/drawingml/2006/table">
            <a:tbl>
              <a:tblPr firstRow="1" bandRow="1">
                <a:effectLst>
                  <a:innerShdw blurRad="114300">
                    <a:prstClr val="black"/>
                  </a:innerShdw>
                </a:effectLst>
                <a:tableStyleId>{5C22544A-7EE6-4342-B048-85BDC9FD1C3A}</a:tableStyleId>
              </a:tblPr>
              <a:tblGrid>
                <a:gridCol w="1782795">
                  <a:extLst>
                    <a:ext uri="{9D8B030D-6E8A-4147-A177-3AD203B41FA5}">
                      <a16:colId xmlns:a16="http://schemas.microsoft.com/office/drawing/2014/main" val="3267414135"/>
                    </a:ext>
                  </a:extLst>
                </a:gridCol>
                <a:gridCol w="1562059">
                  <a:extLst>
                    <a:ext uri="{9D8B030D-6E8A-4147-A177-3AD203B41FA5}">
                      <a16:colId xmlns:a16="http://schemas.microsoft.com/office/drawing/2014/main" val="1201117472"/>
                    </a:ext>
                  </a:extLst>
                </a:gridCol>
                <a:gridCol w="1562059">
                  <a:extLst>
                    <a:ext uri="{9D8B030D-6E8A-4147-A177-3AD203B41FA5}">
                      <a16:colId xmlns:a16="http://schemas.microsoft.com/office/drawing/2014/main" val="177282214"/>
                    </a:ext>
                  </a:extLst>
                </a:gridCol>
                <a:gridCol w="1313719">
                  <a:extLst>
                    <a:ext uri="{9D8B030D-6E8A-4147-A177-3AD203B41FA5}">
                      <a16:colId xmlns:a16="http://schemas.microsoft.com/office/drawing/2014/main" val="1942746877"/>
                    </a:ext>
                  </a:extLst>
                </a:gridCol>
              </a:tblGrid>
              <a:tr h="181941">
                <a:tc gridSpan="4">
                  <a:txBody>
                    <a:bodyPr/>
                    <a:lstStyle/>
                    <a:p>
                      <a:pPr algn="l"/>
                      <a:r>
                        <a:rPr lang="en-US" sz="1050" dirty="0"/>
                        <a:t>STATUS:  {tanggal_status}</a:t>
                      </a:r>
                      <a:endParaRPr lang="en-ID"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l"/>
                      <a:endParaRPr lang="en-ID"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l"/>
                      <a:endParaRPr lang="en-ID"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l"/>
                      <a:endParaRPr lang="en-ID" sz="105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881522631"/>
                  </a:ext>
                </a:extLst>
              </a:tr>
              <a:tr h="181941">
                <a:tc rowSpan="2">
                  <a:txBody>
                    <a:bodyPr/>
                    <a:lstStyle/>
                    <a:p>
                      <a:pPr algn="ctr"/>
                      <a:r>
                        <a:rPr lang="en-US" sz="1050" b="1">
                          <a:solidFill>
                            <a:schemeClr val="bg1"/>
                          </a:solidFill>
                        </a:rPr>
                        <a:t>PROGRES</a:t>
                      </a:r>
                      <a:endParaRPr lang="en-ID" sz="1050" b="1">
                        <a:solidFill>
                          <a:schemeClr val="bg1"/>
                        </a:solidFill>
                      </a:endParaRPr>
                    </a:p>
                  </a:txBody>
                  <a:tcPr anchor="ctr">
                    <a:lnL w="12700" cap="flat" cmpd="sng" algn="ctr">
                      <a:solidFill>
                        <a:schemeClr val="tx1"/>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156082"/>
                    </a:solidFill>
                  </a:tcPr>
                </a:tc>
                <a:tc gridSpan="2">
                  <a:txBody>
                    <a:bodyPr/>
                    <a:lstStyle/>
                    <a:p>
                      <a:pPr algn="ctr"/>
                      <a:r>
                        <a:rPr lang="en-US" sz="1050" b="1" dirty="0">
                          <a:solidFill>
                            <a:schemeClr val="bg1"/>
                          </a:solidFill>
                        </a:rPr>
                        <a:t>{label_program}</a:t>
                      </a:r>
                      <a:endParaRPr lang="en-ID" sz="1050" b="1">
                        <a:solidFill>
                          <a:schemeClr val="bg1"/>
                        </a:solidFill>
                      </a:endParaRPr>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156082"/>
                    </a:solidFill>
                  </a:tcPr>
                </a:tc>
                <a:tc hMerge="1">
                  <a:txBody>
                    <a:bodyPr/>
                    <a:lstStyle/>
                    <a:p>
                      <a:pPr algn="ctr"/>
                      <a:endParaRPr lang="en-ID" sz="105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n-US" sz="1050" b="1" dirty="0">
                          <a:solidFill>
                            <a:schemeClr val="bg1"/>
                          </a:solidFill>
                        </a:rPr>
                        <a:t>Deviasi {kode_kontrak}</a:t>
                      </a:r>
                      <a:endParaRPr lang="en-ID" sz="1050" b="1">
                        <a:solidFill>
                          <a:schemeClr val="bg1"/>
                        </a:solidFill>
                      </a:endParaRPr>
                    </a:p>
                  </a:txBody>
                  <a:tcPr anchor="ctr">
                    <a:lnL w="6350" cap="flat" cmpd="sng" algn="ctr">
                      <a:solidFill>
                        <a:schemeClr val="bg1">
                          <a:lumMod val="65000"/>
                        </a:schemeClr>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139331472"/>
                  </a:ext>
                </a:extLst>
              </a:tr>
              <a:tr h="254000">
                <a:tc vMerge="1">
                  <a:txBody>
                    <a:bodyPr/>
                    <a:lstStyle/>
                    <a:p>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err="1">
                          <a:solidFill>
                            <a:schemeClr val="bg1"/>
                          </a:solidFill>
                        </a:rPr>
                        <a:t>Rencana</a:t>
                      </a:r>
                      <a:endParaRPr lang="en-ID" sz="1050" b="1">
                        <a:solidFill>
                          <a:schemeClr val="bg1"/>
                        </a:solidFill>
                      </a:endParaRPr>
                    </a:p>
                  </a:txBody>
                  <a:tcPr anchor="ctr">
                    <a:lnL w="6350" cap="flat" cmpd="sng" algn="ctr">
                      <a:no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156081"/>
                    </a:solidFill>
                  </a:tcPr>
                </a:tc>
                <a:tc>
                  <a:txBody>
                    <a:bodyPr/>
                    <a:lstStyle/>
                    <a:p>
                      <a:pPr algn="ctr"/>
                      <a:r>
                        <a:rPr lang="en-US" sz="1050" b="1" err="1">
                          <a:solidFill>
                            <a:schemeClr val="bg1"/>
                          </a:solidFill>
                        </a:rPr>
                        <a:t>Realisasi</a:t>
                      </a:r>
                      <a:endParaRPr lang="en-ID" sz="1050" b="1">
                        <a:solidFill>
                          <a:schemeClr val="bg1"/>
                        </a:solidFill>
                      </a:endParaRPr>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156081"/>
                    </a:solidFill>
                  </a:tcPr>
                </a:tc>
                <a:tc vMerge="1">
                  <a:txBody>
                    <a:bodyPr/>
                    <a:lstStyle/>
                    <a:p>
                      <a:pPr algn="ctr"/>
                      <a:endParaRPr lang="en-ID" sz="1050"/>
                    </a:p>
                  </a:txBody>
                  <a:tcPr anchor="ctr">
                    <a:lnL w="6350" cap="flat" cmpd="sng" algn="ctr">
                      <a:solidFill>
                        <a:schemeClr val="bg1">
                          <a:lumMod val="65000"/>
                        </a:schemeClr>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8506042"/>
                  </a:ext>
                </a:extLst>
              </a:tr>
              <a:tr h="181941">
                <a:tc>
                  <a:txBody>
                    <a:bodyPr/>
                    <a:lstStyle/>
                    <a:p>
                      <a:pPr algn="ctr"/>
                      <a:r>
                        <a:rPr lang="en-US" sz="1050"/>
                        <a:t>FISIK</a:t>
                      </a:r>
                      <a:endParaRPr lang="en-ID" sz="1050"/>
                    </a:p>
                  </a:txBody>
                  <a:tcPr anchor="ctr">
                    <a:lnL w="12700" cap="flat" cmpd="sng" algn="ctr">
                      <a:solidFill>
                        <a:schemeClr val="tx1"/>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E9BE3B"/>
                    </a:solidFill>
                  </a:tcPr>
                </a:tc>
                <a:tc>
                  <a:txBody>
                    <a:bodyPr/>
                    <a:lstStyle/>
                    <a:p>
                      <a:pPr lvl="0" algn="ctr">
                        <a:buNone/>
                      </a:pPr>
                      <a:r>
                        <a:rPr lang="en-US" sz="1050" b="0" i="0" u="none" strike="noStrike" noProof="0" dirty="0"/>
                        <a:t>{fisik_rencana}</a:t>
                      </a:r>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FAD465"/>
                    </a:solidFill>
                  </a:tcPr>
                </a:tc>
                <a:tc>
                  <a:txBody>
                    <a:bodyPr/>
                    <a:lstStyle/>
                    <a:p>
                      <a:pPr lvl="0" algn="ctr">
                        <a:buNone/>
                      </a:pPr>
                      <a:r>
                        <a:rPr lang="en-US" sz="1050" b="0" i="0" u="none" strike="noStrike" noProof="0" dirty="0"/>
                        <a:t>{fisik_realisasi}</a:t>
                      </a:r>
                      <a:endParaRPr lang="en-US"/>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FAD465"/>
                    </a:solidFill>
                  </a:tcPr>
                </a:tc>
                <a:tc>
                  <a:txBody>
                    <a:bodyPr/>
                    <a:lstStyle/>
                    <a:p>
                      <a:pPr lvl="0" algn="ctr">
                        <a:buNone/>
                      </a:pPr>
                      <a:r>
                        <a:rPr lang="en-US" sz="1050" dirty="0">
                          <a:solidFill>
                            <a:schemeClr val="tx1"/>
                          </a:solidFill>
                        </a:rPr>
                        <a:t>{fisik_deviasi}</a:t>
                      </a:r>
                      <a:endParaRPr lang="en-US"/>
                    </a:p>
                  </a:txBody>
                  <a:tcPr anchor="ctr">
                    <a:lnL w="6350" cap="flat" cmpd="sng" algn="ctr">
                      <a:solidFill>
                        <a:schemeClr val="bg1">
                          <a:lumMod val="65000"/>
                        </a:schemeClr>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rgbClr val="FAD465"/>
                    </a:solidFill>
                  </a:tcPr>
                </a:tc>
                <a:extLst>
                  <a:ext uri="{0D108BD9-81ED-4DB2-BD59-A6C34878D82A}">
                    <a16:rowId xmlns:a16="http://schemas.microsoft.com/office/drawing/2014/main" val="3213097216"/>
                  </a:ext>
                </a:extLst>
              </a:tr>
              <a:tr h="181941">
                <a:tc>
                  <a:txBody>
                    <a:bodyPr/>
                    <a:lstStyle/>
                    <a:p>
                      <a:pPr algn="ctr"/>
                      <a:r>
                        <a:rPr lang="en-US" sz="1050"/>
                        <a:t>KEUANGAN</a:t>
                      </a:r>
                      <a:endParaRPr lang="en-ID" sz="1050"/>
                    </a:p>
                  </a:txBody>
                  <a:tcPr anchor="ctr">
                    <a:lnL w="12700" cap="flat" cmpd="sng" algn="ctr">
                      <a:solidFill>
                        <a:schemeClr val="tx1"/>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CA73F"/>
                    </a:solidFill>
                  </a:tcPr>
                </a:tc>
                <a:tc>
                  <a:txBody>
                    <a:bodyPr/>
                    <a:lstStyle/>
                    <a:p>
                      <a:pPr algn="ctr"/>
                      <a:r>
                        <a:rPr lang="en-US" sz="1050" dirty="0"/>
                        <a:t>{keu_rencana}</a:t>
                      </a:r>
                      <a:endParaRPr lang="en-ID" sz="1050"/>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BD64"/>
                    </a:solidFill>
                  </a:tcPr>
                </a:tc>
                <a:tc>
                  <a:txBody>
                    <a:bodyPr/>
                    <a:lstStyle/>
                    <a:p>
                      <a:pPr algn="ctr"/>
                      <a:r>
                        <a:rPr lang="en-US" sz="1050" dirty="0"/>
                        <a:t>{keu_realisasi}</a:t>
                      </a:r>
                      <a:endParaRPr lang="en-ID" sz="1050"/>
                    </a:p>
                  </a:txBody>
                  <a:tcPr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BD64"/>
                    </a:solidFill>
                  </a:tcPr>
                </a:tc>
                <a:tc>
                  <a:txBody>
                    <a:bodyPr/>
                    <a:lstStyle/>
                    <a:p>
                      <a:pPr algn="ctr"/>
                      <a:r>
                        <a:rPr lang="en-US" sz="1050" dirty="0">
                          <a:solidFill>
                            <a:schemeClr val="tx1"/>
                          </a:solidFill>
                        </a:rPr>
                        <a:t>{keu_deviasi}</a:t>
                      </a:r>
                      <a:endParaRPr lang="en-ID" sz="1050" dirty="0">
                        <a:solidFill>
                          <a:schemeClr val="tx1"/>
                        </a:solidFill>
                      </a:endParaRPr>
                    </a:p>
                  </a:txBody>
                  <a:tcPr anchor="ctr">
                    <a:lnL w="6350" cap="flat" cmpd="sng" algn="ctr">
                      <a:solidFill>
                        <a:schemeClr val="bg1">
                          <a:lumMod val="65000"/>
                        </a:schemeClr>
                      </a:solidFill>
                      <a:prstDash val="sys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6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BD64"/>
                    </a:solidFill>
                  </a:tcPr>
                </a:tc>
                <a:extLst>
                  <a:ext uri="{0D108BD9-81ED-4DB2-BD59-A6C34878D82A}">
                    <a16:rowId xmlns:a16="http://schemas.microsoft.com/office/drawing/2014/main" val="2725608925"/>
                  </a:ext>
                </a:extLst>
              </a:tr>
            </a:tbl>
          </a:graphicData>
        </a:graphic>
      </p:graphicFrame>
      <p:sp>
        <p:nvSpPr>
          <p:cNvPr id="16" name="Slide Number Placeholder 4">
            <a:extLst>
              <a:ext uri="{FF2B5EF4-FFF2-40B4-BE49-F238E27FC236}">
                <a16:creationId xmlns:a16="http://schemas.microsoft.com/office/drawing/2014/main" id="{AE1F4B07-8D31-DAF7-7712-6E77A231B0D7}"/>
              </a:ext>
            </a:extLst>
          </p:cNvPr>
          <p:cNvSpPr>
            <a:spLocks noGrp="1"/>
          </p:cNvSpPr>
          <p:nvPr>
            <p:ph type="sldNum" sz="quarter" idx="12"/>
          </p:nvPr>
        </p:nvSpPr>
        <p:spPr>
          <a:xfrm>
            <a:off x="11552751" y="6581503"/>
            <a:ext cx="731700" cy="525000"/>
          </a:xfrm>
        </p:spPr>
        <p:txBody>
          <a:bodyPr/>
          <a:lstStyle/>
          <a:p>
            <a:fld id="{59EF78EA-EBC6-4E0A-A81E-B2409A07333A}" type="slidenum">
              <a:rPr lang="en-ID" sz="1200" dirty="0" smtClean="0"/>
              <a:t>4</a:t>
            </a:fld>
            <a:endParaRPr lang="en-US" sz="1200"/>
          </a:p>
        </p:txBody>
      </p:sp>
      <p:sp>
        <p:nvSpPr>
          <p:cNvPr id="22" name="proto:caption" descr="Gaya keterangan foto. Disalin oleh generator; jangan dihapus.">
            <a:extLst>
              <a:ext uri="{FF2B5EF4-FFF2-40B4-BE49-F238E27FC236}">
                <a16:creationId xmlns:a16="http://schemas.microsoft.com/office/drawing/2014/main" id="{AF4CE3D0-665C-B927-FD5C-D7414E1FC0E3}"/>
              </a:ext>
            </a:extLst>
          </p:cNvPr>
          <p:cNvSpPr/>
          <p:nvPr/>
        </p:nvSpPr>
        <p:spPr>
          <a:xfrm>
            <a:off x="12300000" y="2114550"/>
            <a:ext cx="3087535" cy="176867"/>
          </a:xfrm>
          <a:prstGeom prst="rect">
            <a:avLst/>
          </a:prstGeom>
          <a:solidFill>
            <a:srgbClr val="F2F2F2">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Arial"/>
                <a:ea typeface="+mn-ea"/>
                <a:cs typeface="+mn-cs"/>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a:ea typeface="+mn-ea"/>
                <a:cs typeface="+mn-cs"/>
                <a:sym typeface="Arial"/>
              </a:rPr>
              <a:t>KETERANGAN FOTO</a:t>
            </a:r>
            <a:endParaRPr kumimoji="0" lang="id-ID" sz="1100" b="1" i="0" u="none" strike="noStrike" kern="1200" cap="none" spc="0" normalizeH="0" baseline="0" noProof="0">
              <a:ln>
                <a:noFill/>
              </a:ln>
              <a:solidFill>
                <a:prstClr val="black"/>
              </a:solidFill>
              <a:effectLst/>
              <a:uLnTx/>
              <a:uFillTx/>
              <a:latin typeface="Arial"/>
              <a:ea typeface="+mn-ea"/>
              <a:cs typeface="+mn-cs"/>
              <a:sym typeface="Arial"/>
            </a:endParaRPr>
          </a:p>
        </p:txBody>
      </p:sp>
    </p:spTree>
    <p:extLst>
      <p:ext uri="{BB962C8B-B14F-4D97-AF65-F5344CB8AC3E}">
        <p14:creationId xmlns:p14="http://schemas.microsoft.com/office/powerpoint/2010/main" val="3494623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08A51-C558-0513-7337-64528C7851A8}"/>
            </a:ext>
          </a:extLst>
        </p:cNvPr>
        <p:cNvGrpSpPr/>
        <p:nvPr/>
      </p:nvGrpSpPr>
      <p:grpSpPr>
        <a:xfrm>
          <a:off x="0" y="0"/>
          <a:ext cx="0" cy="0"/>
          <a:chOff x="0" y="0"/>
          <a:chExt cx="0" cy="0"/>
        </a:xfrm>
      </p:grpSpPr>
      <p:sp>
        <p:nvSpPr>
          <p:cNvPr id="62" name="object 62">
            <a:extLst>
              <a:ext uri="{FF2B5EF4-FFF2-40B4-BE49-F238E27FC236}">
                <a16:creationId xmlns:a16="http://schemas.microsoft.com/office/drawing/2014/main" id="{4F3543E9-A732-50E4-29AA-9A48B0F59520}"/>
              </a:ext>
            </a:extLst>
          </p:cNvPr>
          <p:cNvSpPr/>
          <p:nvPr/>
        </p:nvSpPr>
        <p:spPr>
          <a:xfrm>
            <a:off x="0" y="194551"/>
            <a:ext cx="12191999" cy="497770"/>
          </a:xfrm>
          <a:custGeom>
            <a:avLst/>
            <a:gdLst/>
            <a:ahLst/>
            <a:cxnLst/>
            <a:rect l="l" t="t" r="r" b="b"/>
            <a:pathLst>
              <a:path w="9039405" h="497770">
                <a:moveTo>
                  <a:pt x="0" y="0"/>
                </a:moveTo>
                <a:lnTo>
                  <a:pt x="0" y="497770"/>
                </a:lnTo>
                <a:lnTo>
                  <a:pt x="9039405" y="497770"/>
                </a:lnTo>
                <a:lnTo>
                  <a:pt x="9039405" y="0"/>
                </a:lnTo>
                <a:lnTo>
                  <a:pt x="0" y="0"/>
                </a:lnTo>
                <a:close/>
              </a:path>
            </a:pathLst>
          </a:custGeom>
          <a:solidFill>
            <a:srgbClr val="0E5469"/>
          </a:solidFill>
        </p:spPr>
        <p:txBody>
          <a:bodyPr wrap="square" lIns="0" tIns="0" rIns="0" bIns="0" rtlCol="0">
            <a:noAutofit/>
          </a:bodyPr>
          <a:lstStyle/>
          <a:p>
            <a:endParaRPr lang="id-ID"/>
          </a:p>
        </p:txBody>
      </p:sp>
      <p:sp>
        <p:nvSpPr>
          <p:cNvPr id="63" name="object 63">
            <a:extLst>
              <a:ext uri="{FF2B5EF4-FFF2-40B4-BE49-F238E27FC236}">
                <a16:creationId xmlns:a16="http://schemas.microsoft.com/office/drawing/2014/main" id="{4ACF63B5-B1B3-103A-D620-AD6D3291FF2A}"/>
              </a:ext>
            </a:extLst>
          </p:cNvPr>
          <p:cNvSpPr/>
          <p:nvPr/>
        </p:nvSpPr>
        <p:spPr>
          <a:xfrm>
            <a:off x="10750296" y="170687"/>
            <a:ext cx="1438655" cy="545592"/>
          </a:xfrm>
          <a:prstGeom prst="rect">
            <a:avLst/>
          </a:prstGeom>
          <a:blipFill>
            <a:blip r:embed="rId3" cstate="print"/>
            <a:stretch>
              <a:fillRect/>
            </a:stretch>
          </a:blipFill>
        </p:spPr>
        <p:txBody>
          <a:bodyPr wrap="square" lIns="0" tIns="0" rIns="0" bIns="0" rtlCol="0">
            <a:noAutofit/>
          </a:bodyPr>
          <a:lstStyle/>
          <a:p>
            <a:endParaRPr lang="id-ID"/>
          </a:p>
        </p:txBody>
      </p:sp>
      <p:sp>
        <p:nvSpPr>
          <p:cNvPr id="64" name="object 64">
            <a:extLst>
              <a:ext uri="{FF2B5EF4-FFF2-40B4-BE49-F238E27FC236}">
                <a16:creationId xmlns:a16="http://schemas.microsoft.com/office/drawing/2014/main" id="{DD355FDF-894E-54EB-A8F2-2BB7E2606A3E}"/>
              </a:ext>
            </a:extLst>
          </p:cNvPr>
          <p:cNvSpPr/>
          <p:nvPr/>
        </p:nvSpPr>
        <p:spPr>
          <a:xfrm>
            <a:off x="10841970" y="223688"/>
            <a:ext cx="1350029" cy="439492"/>
          </a:xfrm>
          <a:custGeom>
            <a:avLst/>
            <a:gdLst/>
            <a:ahLst/>
            <a:cxnLst/>
            <a:rect l="l" t="t" r="r" b="b"/>
            <a:pathLst>
              <a:path w="1350029" h="439492">
                <a:moveTo>
                  <a:pt x="0" y="219746"/>
                </a:moveTo>
                <a:lnTo>
                  <a:pt x="728" y="237769"/>
                </a:lnTo>
                <a:lnTo>
                  <a:pt x="2876" y="255390"/>
                </a:lnTo>
                <a:lnTo>
                  <a:pt x="17268" y="305281"/>
                </a:lnTo>
                <a:lnTo>
                  <a:pt x="42398" y="349525"/>
                </a:lnTo>
                <a:lnTo>
                  <a:pt x="76737" y="386595"/>
                </a:lnTo>
                <a:lnTo>
                  <a:pt x="118759" y="414964"/>
                </a:lnTo>
                <a:lnTo>
                  <a:pt x="166938" y="433106"/>
                </a:lnTo>
                <a:lnTo>
                  <a:pt x="219745" y="439492"/>
                </a:lnTo>
                <a:lnTo>
                  <a:pt x="1350029" y="439492"/>
                </a:lnTo>
                <a:lnTo>
                  <a:pt x="1350029" y="0"/>
                </a:lnTo>
                <a:lnTo>
                  <a:pt x="219745" y="0"/>
                </a:lnTo>
                <a:lnTo>
                  <a:pt x="166938" y="6386"/>
                </a:lnTo>
                <a:lnTo>
                  <a:pt x="118759" y="24527"/>
                </a:lnTo>
                <a:lnTo>
                  <a:pt x="76737" y="52897"/>
                </a:lnTo>
                <a:lnTo>
                  <a:pt x="42398" y="89967"/>
                </a:lnTo>
                <a:lnTo>
                  <a:pt x="17268" y="134211"/>
                </a:lnTo>
                <a:lnTo>
                  <a:pt x="2876" y="184102"/>
                </a:lnTo>
                <a:lnTo>
                  <a:pt x="728" y="201724"/>
                </a:lnTo>
                <a:lnTo>
                  <a:pt x="0" y="219746"/>
                </a:lnTo>
                <a:close/>
              </a:path>
            </a:pathLst>
          </a:custGeom>
          <a:solidFill>
            <a:srgbClr val="FEFFFE"/>
          </a:solidFill>
        </p:spPr>
        <p:txBody>
          <a:bodyPr wrap="square" lIns="0" tIns="0" rIns="0" bIns="0" rtlCol="0">
            <a:noAutofit/>
          </a:bodyPr>
          <a:lstStyle/>
          <a:p>
            <a:endParaRPr lang="id-ID"/>
          </a:p>
        </p:txBody>
      </p:sp>
      <p:sp>
        <p:nvSpPr>
          <p:cNvPr id="65" name="object 65">
            <a:extLst>
              <a:ext uri="{FF2B5EF4-FFF2-40B4-BE49-F238E27FC236}">
                <a16:creationId xmlns:a16="http://schemas.microsoft.com/office/drawing/2014/main" id="{75EBA2F2-D102-51A6-15E5-7C2682EFDCA4}"/>
              </a:ext>
            </a:extLst>
          </p:cNvPr>
          <p:cNvSpPr/>
          <p:nvPr/>
        </p:nvSpPr>
        <p:spPr>
          <a:xfrm>
            <a:off x="10963907" y="346235"/>
            <a:ext cx="1151999" cy="194400"/>
          </a:xfrm>
          <a:prstGeom prst="rect">
            <a:avLst/>
          </a:prstGeom>
          <a:blipFill>
            <a:blip r:embed="rId4" cstate="print"/>
            <a:stretch>
              <a:fillRect/>
            </a:stretch>
          </a:blipFill>
        </p:spPr>
        <p:txBody>
          <a:bodyPr wrap="square" lIns="0" tIns="0" rIns="0" bIns="0" rtlCol="0">
            <a:noAutofit/>
          </a:bodyPr>
          <a:lstStyle/>
          <a:p>
            <a:endParaRPr lang="id-ID"/>
          </a:p>
        </p:txBody>
      </p:sp>
      <p:sp>
        <p:nvSpPr>
          <p:cNvPr id="39" name="object 15">
            <a:extLst>
              <a:ext uri="{FF2B5EF4-FFF2-40B4-BE49-F238E27FC236}">
                <a16:creationId xmlns:a16="http://schemas.microsoft.com/office/drawing/2014/main" id="{A8BB4B51-0B07-9441-C268-BF60242C54E0}"/>
              </a:ext>
            </a:extLst>
          </p:cNvPr>
          <p:cNvSpPr/>
          <p:nvPr/>
        </p:nvSpPr>
        <p:spPr>
          <a:xfrm>
            <a:off x="8447315" y="238712"/>
            <a:ext cx="2139406" cy="409444"/>
          </a:xfrm>
          <a:prstGeom prst="roundRect">
            <a:avLst>
              <a:gd name="adj" fmla="val 32951"/>
            </a:avLst>
          </a:prstGeom>
          <a:solidFill>
            <a:schemeClr val="bg1"/>
          </a:solidFill>
          <a:effectLst>
            <a:innerShdw blurRad="114300">
              <a:prstClr val="black"/>
            </a:innerShdw>
          </a:effectLst>
        </p:spPr>
        <p:txBody>
          <a:bodyPr wrap="square" lIns="0" tIns="0" rIns="0" bIns="0" rtlCol="0" anchor="ctr"/>
          <a:lstStyle/>
          <a:p>
            <a:pPr algn="ctr" defTabSz="914126">
              <a:spcBef>
                <a:spcPts val="125"/>
              </a:spcBef>
            </a:pPr>
            <a:r>
              <a:rPr lang="en-US" b="1" dirty="0">
                <a:solidFill>
                  <a:sysClr val="windowText" lastClr="000000"/>
                </a:solidFill>
                <a:latin typeface="Arial"/>
                <a:cs typeface="Arial"/>
              </a:rPr>
              <a:t>{label_program}</a:t>
            </a:r>
            <a:endParaRPr lang="id-ID">
              <a:solidFill>
                <a:sysClr val="windowText" lastClr="000000"/>
              </a:solidFill>
              <a:latin typeface="Arial"/>
              <a:cs typeface="Arial"/>
            </a:endParaRPr>
          </a:p>
        </p:txBody>
      </p:sp>
      <p:sp>
        <p:nvSpPr>
          <p:cNvPr id="7" name="object 6">
            <a:extLst>
              <a:ext uri="{FF2B5EF4-FFF2-40B4-BE49-F238E27FC236}">
                <a16:creationId xmlns:a16="http://schemas.microsoft.com/office/drawing/2014/main" id="{80A2AA55-56B3-6452-1B6F-BD2E469BDDD7}"/>
              </a:ext>
            </a:extLst>
          </p:cNvPr>
          <p:cNvSpPr txBox="1"/>
          <p:nvPr/>
        </p:nvSpPr>
        <p:spPr>
          <a:xfrm>
            <a:off x="195629" y="249427"/>
            <a:ext cx="7405397" cy="215900"/>
          </a:xfrm>
          <a:prstGeom prst="rect">
            <a:avLst/>
          </a:prstGeom>
        </p:spPr>
        <p:txBody>
          <a:bodyPr wrap="square" lIns="0" tIns="0" rIns="0" bIns="0" rtlCol="0" anchor="t">
            <a:noAutofit/>
          </a:bodyPr>
          <a:lstStyle/>
          <a:p>
            <a:pPr marL="12700">
              <a:lnSpc>
                <a:spcPts val="1660"/>
              </a:lnSpc>
              <a:spcBef>
                <a:spcPts val="83"/>
              </a:spcBef>
            </a:pPr>
            <a:r>
              <a:rPr lang="en-US" sz="1500" b="1" spc="-4">
                <a:solidFill>
                  <a:srgbClr val="FEFFFE"/>
                </a:solidFill>
                <a:latin typeface="Century Gothic"/>
              </a:rPr>
              <a:t>KURVA S</a:t>
            </a:r>
            <a:endParaRPr lang="id-ID"/>
          </a:p>
        </p:txBody>
      </p:sp>
      <p:sp>
        <p:nvSpPr>
          <p:cNvPr id="8" name="object 6">
            <a:extLst>
              <a:ext uri="{FF2B5EF4-FFF2-40B4-BE49-F238E27FC236}">
                <a16:creationId xmlns:a16="http://schemas.microsoft.com/office/drawing/2014/main" id="{15A2EF8D-68A0-3529-740A-C8F5F081CEFF}"/>
              </a:ext>
            </a:extLst>
          </p:cNvPr>
          <p:cNvSpPr txBox="1"/>
          <p:nvPr/>
        </p:nvSpPr>
        <p:spPr>
          <a:xfrm>
            <a:off x="195629" y="419998"/>
            <a:ext cx="7405397" cy="215900"/>
          </a:xfrm>
          <a:prstGeom prst="rect">
            <a:avLst/>
          </a:prstGeom>
        </p:spPr>
        <p:txBody>
          <a:bodyPr wrap="square" lIns="0" tIns="0" rIns="0" bIns="0" rtlCol="0" anchor="t">
            <a:noAutofit/>
          </a:bodyPr>
          <a:lstStyle/>
          <a:p>
            <a:pPr marL="12700">
              <a:lnSpc>
                <a:spcPts val="1660"/>
              </a:lnSpc>
              <a:spcBef>
                <a:spcPts val="83"/>
              </a:spcBef>
            </a:pPr>
            <a:r>
              <a:rPr lang="en-US" sz="1000" spc="-4" dirty="0">
                <a:solidFill>
                  <a:srgbClr val="FEFFFE"/>
                </a:solidFill>
                <a:latin typeface="Century Gothic"/>
              </a:rPr>
              <a:t>{judul_kegiatan}</a:t>
            </a:r>
            <a:endParaRPr lang="id-ID" sz="1050"/>
          </a:p>
        </p:txBody>
      </p:sp>
      <p:sp>
        <p:nvSpPr>
          <p:cNvPr id="16" name="Slide Number Placeholder 4">
            <a:extLst>
              <a:ext uri="{FF2B5EF4-FFF2-40B4-BE49-F238E27FC236}">
                <a16:creationId xmlns:a16="http://schemas.microsoft.com/office/drawing/2014/main" id="{AE1F4B07-8D31-DAF7-7712-6E77A231B0D7}"/>
              </a:ext>
            </a:extLst>
          </p:cNvPr>
          <p:cNvSpPr>
            <a:spLocks noGrp="1"/>
          </p:cNvSpPr>
          <p:nvPr>
            <p:ph type="sldNum" sz="quarter" idx="12"/>
          </p:nvPr>
        </p:nvSpPr>
        <p:spPr>
          <a:xfrm>
            <a:off x="11552751" y="6581503"/>
            <a:ext cx="731700" cy="525000"/>
          </a:xfrm>
        </p:spPr>
        <p:txBody>
          <a:bodyPr/>
          <a:lstStyle/>
          <a:p>
            <a:fld id="{59EF78EA-EBC6-4E0A-A81E-B2409A07333A}" type="slidenum">
              <a:rPr lang="en-ID" sz="1200" dirty="0" smtClean="0"/>
              <a:t>5</a:t>
            </a:fld>
            <a:endParaRPr lang="en-US" sz="1200"/>
          </a:p>
        </p:txBody>
      </p:sp>
      <p:sp>
        <p:nvSpPr>
          <p:cNvPr id="66" name="img:kurvas" descr="Slot otomatis. Jangan dihapus."/>
          <p:cNvSpPr/>
          <p:nvPr/>
        </p:nvSpPr>
        <p:spPr>
          <a:xfrm>
            <a:off x="1286273" y="833751"/>
            <a:ext cx="9619451" cy="5974412"/>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SLOT GAMBAR: KURVA S</a:t>
            </a:r>
          </a:p>
        </p:txBody>
      </p:sp>
    </p:spTree>
    <p:extLst>
      <p:ext uri="{BB962C8B-B14F-4D97-AF65-F5344CB8AC3E}">
        <p14:creationId xmlns:p14="http://schemas.microsoft.com/office/powerpoint/2010/main" val="2429618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34911-921D-5FDD-EFEC-BFBB5DD026B5}"/>
            </a:ext>
          </a:extLst>
        </p:cNvPr>
        <p:cNvGrpSpPr/>
        <p:nvPr/>
      </p:nvGrpSpPr>
      <p:grpSpPr>
        <a:xfrm>
          <a:off x="0" y="0"/>
          <a:ext cx="0" cy="0"/>
          <a:chOff x="0" y="0"/>
          <a:chExt cx="0" cy="0"/>
        </a:xfrm>
      </p:grpSpPr>
      <p:sp>
        <p:nvSpPr>
          <p:cNvPr id="62" name="object 62">
            <a:extLst>
              <a:ext uri="{FF2B5EF4-FFF2-40B4-BE49-F238E27FC236}">
                <a16:creationId xmlns:a16="http://schemas.microsoft.com/office/drawing/2014/main" id="{AB3F0B53-D04B-E7F7-E3EB-C2238EDB3F23}"/>
              </a:ext>
            </a:extLst>
          </p:cNvPr>
          <p:cNvSpPr/>
          <p:nvPr/>
        </p:nvSpPr>
        <p:spPr>
          <a:xfrm>
            <a:off x="0" y="194551"/>
            <a:ext cx="12191999" cy="497770"/>
          </a:xfrm>
          <a:custGeom>
            <a:avLst/>
            <a:gdLst/>
            <a:ahLst/>
            <a:cxnLst/>
            <a:rect l="l" t="t" r="r" b="b"/>
            <a:pathLst>
              <a:path w="9039405" h="497770">
                <a:moveTo>
                  <a:pt x="0" y="0"/>
                </a:moveTo>
                <a:lnTo>
                  <a:pt x="0" y="497770"/>
                </a:lnTo>
                <a:lnTo>
                  <a:pt x="9039405" y="497770"/>
                </a:lnTo>
                <a:lnTo>
                  <a:pt x="9039405" y="0"/>
                </a:lnTo>
                <a:lnTo>
                  <a:pt x="0" y="0"/>
                </a:lnTo>
                <a:close/>
              </a:path>
            </a:pathLst>
          </a:custGeom>
          <a:solidFill>
            <a:srgbClr val="0E5469"/>
          </a:solidFill>
        </p:spPr>
        <p:txBody>
          <a:bodyPr wrap="square" lIns="0" tIns="0" rIns="0" bIns="0" rtlCol="0">
            <a:noAutofit/>
          </a:bodyPr>
          <a:lstStyle/>
          <a:p>
            <a:endParaRPr lang="id-ID"/>
          </a:p>
        </p:txBody>
      </p:sp>
      <p:sp>
        <p:nvSpPr>
          <p:cNvPr id="63" name="object 63">
            <a:extLst>
              <a:ext uri="{FF2B5EF4-FFF2-40B4-BE49-F238E27FC236}">
                <a16:creationId xmlns:a16="http://schemas.microsoft.com/office/drawing/2014/main" id="{8B3BD33F-ABE9-AD05-316D-4B814DCEAE57}"/>
              </a:ext>
            </a:extLst>
          </p:cNvPr>
          <p:cNvSpPr/>
          <p:nvPr/>
        </p:nvSpPr>
        <p:spPr>
          <a:xfrm>
            <a:off x="10750296" y="170687"/>
            <a:ext cx="1438655" cy="545592"/>
          </a:xfrm>
          <a:prstGeom prst="rect">
            <a:avLst/>
          </a:prstGeom>
          <a:blipFill>
            <a:blip r:embed="rId3" cstate="print"/>
            <a:stretch>
              <a:fillRect/>
            </a:stretch>
          </a:blipFill>
        </p:spPr>
        <p:txBody>
          <a:bodyPr wrap="square" lIns="0" tIns="0" rIns="0" bIns="0" rtlCol="0">
            <a:noAutofit/>
          </a:bodyPr>
          <a:lstStyle/>
          <a:p>
            <a:endParaRPr lang="id-ID"/>
          </a:p>
        </p:txBody>
      </p:sp>
      <p:sp>
        <p:nvSpPr>
          <p:cNvPr id="64" name="object 64">
            <a:extLst>
              <a:ext uri="{FF2B5EF4-FFF2-40B4-BE49-F238E27FC236}">
                <a16:creationId xmlns:a16="http://schemas.microsoft.com/office/drawing/2014/main" id="{02F77B61-2266-43B4-7373-46B38E4E1F95}"/>
              </a:ext>
            </a:extLst>
          </p:cNvPr>
          <p:cNvSpPr/>
          <p:nvPr/>
        </p:nvSpPr>
        <p:spPr>
          <a:xfrm>
            <a:off x="10841970" y="223688"/>
            <a:ext cx="1350029" cy="439492"/>
          </a:xfrm>
          <a:custGeom>
            <a:avLst/>
            <a:gdLst/>
            <a:ahLst/>
            <a:cxnLst/>
            <a:rect l="l" t="t" r="r" b="b"/>
            <a:pathLst>
              <a:path w="1350029" h="439492">
                <a:moveTo>
                  <a:pt x="0" y="219746"/>
                </a:moveTo>
                <a:lnTo>
                  <a:pt x="728" y="237769"/>
                </a:lnTo>
                <a:lnTo>
                  <a:pt x="2876" y="255390"/>
                </a:lnTo>
                <a:lnTo>
                  <a:pt x="17268" y="305281"/>
                </a:lnTo>
                <a:lnTo>
                  <a:pt x="42398" y="349525"/>
                </a:lnTo>
                <a:lnTo>
                  <a:pt x="76737" y="386595"/>
                </a:lnTo>
                <a:lnTo>
                  <a:pt x="118759" y="414964"/>
                </a:lnTo>
                <a:lnTo>
                  <a:pt x="166938" y="433106"/>
                </a:lnTo>
                <a:lnTo>
                  <a:pt x="219745" y="439492"/>
                </a:lnTo>
                <a:lnTo>
                  <a:pt x="1350029" y="439492"/>
                </a:lnTo>
                <a:lnTo>
                  <a:pt x="1350029" y="0"/>
                </a:lnTo>
                <a:lnTo>
                  <a:pt x="219745" y="0"/>
                </a:lnTo>
                <a:lnTo>
                  <a:pt x="166938" y="6386"/>
                </a:lnTo>
                <a:lnTo>
                  <a:pt x="118759" y="24527"/>
                </a:lnTo>
                <a:lnTo>
                  <a:pt x="76737" y="52897"/>
                </a:lnTo>
                <a:lnTo>
                  <a:pt x="42398" y="89967"/>
                </a:lnTo>
                <a:lnTo>
                  <a:pt x="17268" y="134211"/>
                </a:lnTo>
                <a:lnTo>
                  <a:pt x="2876" y="184102"/>
                </a:lnTo>
                <a:lnTo>
                  <a:pt x="728" y="201724"/>
                </a:lnTo>
                <a:lnTo>
                  <a:pt x="0" y="219746"/>
                </a:lnTo>
                <a:close/>
              </a:path>
            </a:pathLst>
          </a:custGeom>
          <a:solidFill>
            <a:srgbClr val="FEFFFE"/>
          </a:solidFill>
        </p:spPr>
        <p:txBody>
          <a:bodyPr wrap="square" lIns="0" tIns="0" rIns="0" bIns="0" rtlCol="0">
            <a:noAutofit/>
          </a:bodyPr>
          <a:lstStyle/>
          <a:p>
            <a:endParaRPr lang="id-ID"/>
          </a:p>
        </p:txBody>
      </p:sp>
      <p:sp>
        <p:nvSpPr>
          <p:cNvPr id="65" name="object 65">
            <a:extLst>
              <a:ext uri="{FF2B5EF4-FFF2-40B4-BE49-F238E27FC236}">
                <a16:creationId xmlns:a16="http://schemas.microsoft.com/office/drawing/2014/main" id="{F27A392D-B3FE-3B8F-5F77-7A5CDEFEDC87}"/>
              </a:ext>
            </a:extLst>
          </p:cNvPr>
          <p:cNvSpPr/>
          <p:nvPr/>
        </p:nvSpPr>
        <p:spPr>
          <a:xfrm>
            <a:off x="10963907" y="346235"/>
            <a:ext cx="1151999" cy="194400"/>
          </a:xfrm>
          <a:prstGeom prst="rect">
            <a:avLst/>
          </a:prstGeom>
          <a:blipFill>
            <a:blip r:embed="rId4" cstate="print"/>
            <a:stretch>
              <a:fillRect/>
            </a:stretch>
          </a:blipFill>
        </p:spPr>
        <p:txBody>
          <a:bodyPr wrap="square" lIns="0" tIns="0" rIns="0" bIns="0" rtlCol="0">
            <a:noAutofit/>
          </a:bodyPr>
          <a:lstStyle/>
          <a:p>
            <a:endParaRPr lang="id-ID"/>
          </a:p>
        </p:txBody>
      </p:sp>
      <p:sp>
        <p:nvSpPr>
          <p:cNvPr id="39" name="object 15">
            <a:extLst>
              <a:ext uri="{FF2B5EF4-FFF2-40B4-BE49-F238E27FC236}">
                <a16:creationId xmlns:a16="http://schemas.microsoft.com/office/drawing/2014/main" id="{C454C664-CC6E-0D69-F860-38923CD557FA}"/>
              </a:ext>
            </a:extLst>
          </p:cNvPr>
          <p:cNvSpPr/>
          <p:nvPr/>
        </p:nvSpPr>
        <p:spPr>
          <a:xfrm>
            <a:off x="8447315" y="238712"/>
            <a:ext cx="2139406" cy="409444"/>
          </a:xfrm>
          <a:prstGeom prst="roundRect">
            <a:avLst>
              <a:gd name="adj" fmla="val 32951"/>
            </a:avLst>
          </a:prstGeom>
          <a:solidFill>
            <a:schemeClr val="bg1"/>
          </a:solidFill>
          <a:effectLst>
            <a:innerShdw blurRad="114300">
              <a:prstClr val="black"/>
            </a:innerShdw>
          </a:effectLst>
        </p:spPr>
        <p:txBody>
          <a:bodyPr wrap="square" lIns="0" tIns="0" rIns="0" bIns="0" rtlCol="0" anchor="ctr"/>
          <a:lstStyle/>
          <a:p>
            <a:pPr algn="ctr" defTabSz="914126">
              <a:spcBef>
                <a:spcPts val="125"/>
              </a:spcBef>
            </a:pPr>
            <a:r>
              <a:rPr lang="en-US" b="1" dirty="0">
                <a:solidFill>
                  <a:sysClr val="windowText" lastClr="000000"/>
                </a:solidFill>
                <a:latin typeface="Arial"/>
                <a:cs typeface="Arial"/>
              </a:rPr>
              <a:t>{label_program}</a:t>
            </a:r>
            <a:endParaRPr lang="id-ID">
              <a:solidFill>
                <a:sysClr val="windowText" lastClr="000000"/>
              </a:solidFill>
              <a:latin typeface="Arial"/>
              <a:cs typeface="Arial"/>
            </a:endParaRPr>
          </a:p>
        </p:txBody>
      </p:sp>
      <p:sp>
        <p:nvSpPr>
          <p:cNvPr id="7" name="object 6">
            <a:extLst>
              <a:ext uri="{FF2B5EF4-FFF2-40B4-BE49-F238E27FC236}">
                <a16:creationId xmlns:a16="http://schemas.microsoft.com/office/drawing/2014/main" id="{20C5AD28-11FF-9583-FDF1-FAD4BAD07C97}"/>
              </a:ext>
            </a:extLst>
          </p:cNvPr>
          <p:cNvSpPr txBox="1"/>
          <p:nvPr/>
        </p:nvSpPr>
        <p:spPr>
          <a:xfrm>
            <a:off x="195629" y="249427"/>
            <a:ext cx="7405397" cy="215900"/>
          </a:xfrm>
          <a:prstGeom prst="rect">
            <a:avLst/>
          </a:prstGeom>
        </p:spPr>
        <p:txBody>
          <a:bodyPr wrap="square" lIns="0" tIns="0" rIns="0" bIns="0" rtlCol="0" anchor="t">
            <a:noAutofit/>
          </a:bodyPr>
          <a:lstStyle/>
          <a:p>
            <a:pPr marL="12700">
              <a:lnSpc>
                <a:spcPts val="1660"/>
              </a:lnSpc>
              <a:spcBef>
                <a:spcPts val="83"/>
              </a:spcBef>
            </a:pPr>
            <a:r>
              <a:rPr lang="en-US" sz="1500" b="1" spc="-4">
                <a:solidFill>
                  <a:srgbClr val="FEFFFE"/>
                </a:solidFill>
                <a:latin typeface="Century Gothic"/>
              </a:rPr>
              <a:t>DOKUMENTASI KEGIATAN</a:t>
            </a:r>
            <a:endParaRPr lang="id-ID"/>
          </a:p>
        </p:txBody>
      </p:sp>
      <p:sp>
        <p:nvSpPr>
          <p:cNvPr id="8" name="object 6">
            <a:extLst>
              <a:ext uri="{FF2B5EF4-FFF2-40B4-BE49-F238E27FC236}">
                <a16:creationId xmlns:a16="http://schemas.microsoft.com/office/drawing/2014/main" id="{F31C9AAF-F4AB-2F63-8516-2AD69D17ED17}"/>
              </a:ext>
            </a:extLst>
          </p:cNvPr>
          <p:cNvSpPr txBox="1"/>
          <p:nvPr/>
        </p:nvSpPr>
        <p:spPr>
          <a:xfrm>
            <a:off x="195629" y="419998"/>
            <a:ext cx="7405397" cy="215900"/>
          </a:xfrm>
          <a:prstGeom prst="rect">
            <a:avLst/>
          </a:prstGeom>
        </p:spPr>
        <p:txBody>
          <a:bodyPr wrap="square" lIns="0" tIns="0" rIns="0" bIns="0" rtlCol="0" anchor="t">
            <a:noAutofit/>
          </a:bodyPr>
          <a:lstStyle/>
          <a:p>
            <a:pPr marL="12700">
              <a:lnSpc>
                <a:spcPts val="1660"/>
              </a:lnSpc>
              <a:spcBef>
                <a:spcPts val="83"/>
              </a:spcBef>
            </a:pPr>
            <a:r>
              <a:rPr lang="en-US" sz="1000" spc="-4" dirty="0">
                <a:solidFill>
                  <a:srgbClr val="FEFFFE"/>
                </a:solidFill>
                <a:latin typeface="Century Gothic"/>
              </a:rPr>
              <a:t>{judul_kegiatan}</a:t>
            </a:r>
            <a:endParaRPr lang="id-ID" sz="1050"/>
          </a:p>
        </p:txBody>
      </p:sp>
      <p:sp>
        <p:nvSpPr>
          <p:cNvPr id="16" name="Slide Number Placeholder 4">
            <a:extLst>
              <a:ext uri="{FF2B5EF4-FFF2-40B4-BE49-F238E27FC236}">
                <a16:creationId xmlns:a16="http://schemas.microsoft.com/office/drawing/2014/main" id="{CC98CDD7-7409-D6A7-B14D-37512E00E4A5}"/>
              </a:ext>
            </a:extLst>
          </p:cNvPr>
          <p:cNvSpPr>
            <a:spLocks noGrp="1"/>
          </p:cNvSpPr>
          <p:nvPr>
            <p:ph type="sldNum" sz="quarter" idx="12"/>
          </p:nvPr>
        </p:nvSpPr>
        <p:spPr>
          <a:xfrm>
            <a:off x="11552751" y="6581503"/>
            <a:ext cx="731700" cy="525000"/>
          </a:xfrm>
        </p:spPr>
        <p:txBody>
          <a:bodyPr/>
          <a:lstStyle/>
          <a:p>
            <a:fld id="{59EF78EA-EBC6-4E0A-A81E-B2409A07333A}" type="slidenum">
              <a:rPr lang="en-ID" sz="1200" dirty="0" smtClean="0"/>
              <a:t>6</a:t>
            </a:fld>
            <a:endParaRPr lang="en-US" sz="1200"/>
          </a:p>
        </p:txBody>
      </p:sp>
      <p:sp>
        <p:nvSpPr>
          <p:cNvPr id="66" name="area:foto" descr="Slot otomatis. Jangan dihapus."/>
          <p:cNvSpPr/>
          <p:nvPr/>
        </p:nvSpPr>
        <p:spPr>
          <a:xfrm>
            <a:off x="60000" y="1000000"/>
            <a:ext cx="12072000" cy="5550000"/>
          </a:xfrm>
          <a:prstGeom prst="rect">
            <a:avLst/>
          </a:prstGeom>
          <a:solidFill>
            <a:srgbClr val="EEF3F6"/>
          </a:solidFill>
          <a:ln w="12700">
            <a:solidFill>
              <a:srgbClr val="156082"/>
            </a:solidFill>
            <a:prstDash val="dash"/>
          </a:ln>
        </p:spPr>
        <p:txBody>
          <a:bodyPr anchor="ctr"/>
          <a:lstStyle/>
          <a:p>
            <a:pPr algn="ctr"/>
            <a:r>
              <a:rPr lang="id-ID" sz="1200" b="1" dirty="0">
                <a:solidFill>
                  <a:srgbClr val="156082"/>
                </a:solidFill>
                <a:latin typeface="Arial"/>
                <a:cs typeface="Arial"/>
              </a:rPr>
              <a:t>AREA FOTO DOKUMENTASI (1-6 foto per slide, otomatis)</a:t>
            </a:r>
          </a:p>
        </p:txBody>
      </p:sp>
      <p:sp>
        <p:nvSpPr>
          <p:cNvPr id="43" name="proto:caption" descr="Gaya keterangan foto. Disalin oleh generator; jangan dihapus.">
            <a:extLst>
              <a:ext uri="{FF2B5EF4-FFF2-40B4-BE49-F238E27FC236}">
                <a16:creationId xmlns:a16="http://schemas.microsoft.com/office/drawing/2014/main" id="{50655624-9B8E-FA78-D540-380DF5A9E439}"/>
              </a:ext>
            </a:extLst>
          </p:cNvPr>
          <p:cNvSpPr txBox="1"/>
          <p:nvPr/>
        </p:nvSpPr>
        <p:spPr>
          <a:xfrm>
            <a:off x="12300000" y="3249411"/>
            <a:ext cx="3940848" cy="307777"/>
          </a:xfrm>
          <a:prstGeom prst="rect">
            <a:avLst/>
          </a:prstGeom>
          <a:solidFill>
            <a:srgbClr val="FFFFFF">
              <a:alpha val="60000"/>
            </a:srgbClr>
          </a:solidFill>
        </p:spPr>
        <p:txBody>
          <a:bodyPr wrap="square" rtlCol="0">
            <a:spAutoFit/>
          </a:bodyPr>
          <a:lstStyle/>
          <a:p>
            <a:pPr algn="ctr"/>
            <a:r>
              <a:rPr lang="en-US" dirty="0"/>
              <a:t>Keterangan foto</a:t>
            </a:r>
            <a:endParaRPr lang="en-ID"/>
          </a:p>
        </p:txBody>
      </p:sp>
    </p:spTree>
    <p:extLst>
      <p:ext uri="{BB962C8B-B14F-4D97-AF65-F5344CB8AC3E}">
        <p14:creationId xmlns:p14="http://schemas.microsoft.com/office/powerpoint/2010/main" val="1674954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40925C-7B83-CAA4-766F-CDDEE1EBC51A}"/>
              </a:ext>
            </a:extLst>
          </p:cNvPr>
          <p:cNvPicPr>
            <a:picLocks noChangeAspect="1"/>
          </p:cNvPicPr>
          <p:nvPr/>
        </p:nvPicPr>
        <p:blipFill>
          <a:blip r:embed="rId3">
            <a:grayscl/>
            <a:extLst>
              <a:ext uri="{28A0092B-C50C-407E-A947-70E740481C1C}">
                <a14:useLocalDpi xmlns:a14="http://schemas.microsoft.com/office/drawing/2010/main" val="0"/>
              </a:ext>
            </a:extLst>
          </a:blip>
          <a:srcRect l="-15" t="6171" r="15" b="12510"/>
          <a:stretch>
            <a:fillRect/>
          </a:stretch>
        </p:blipFill>
        <p:spPr>
          <a:xfrm>
            <a:off x="0" y="-61"/>
            <a:ext cx="12191780" cy="6871013"/>
          </a:xfrm>
          <a:prstGeom prst="rect">
            <a:avLst/>
          </a:prstGeom>
          <a:solidFill>
            <a:schemeClr val="lt1"/>
          </a:solidFill>
        </p:spPr>
      </p:pic>
      <p:sp>
        <p:nvSpPr>
          <p:cNvPr id="6" name="Rectangle 5">
            <a:extLst>
              <a:ext uri="{FF2B5EF4-FFF2-40B4-BE49-F238E27FC236}">
                <a16:creationId xmlns:a16="http://schemas.microsoft.com/office/drawing/2014/main" id="{78135EFE-9A27-29E3-1E4C-05F258438CF2}"/>
              </a:ext>
            </a:extLst>
          </p:cNvPr>
          <p:cNvSpPr/>
          <p:nvPr/>
        </p:nvSpPr>
        <p:spPr>
          <a:xfrm>
            <a:off x="-3444" y="-61"/>
            <a:ext cx="12191767" cy="685332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 name="TextBox 8">
            <a:extLst>
              <a:ext uri="{FF2B5EF4-FFF2-40B4-BE49-F238E27FC236}">
                <a16:creationId xmlns:a16="http://schemas.microsoft.com/office/drawing/2014/main" id="{7482CB17-EEC9-49D7-ADBC-D6122B0859C6}"/>
              </a:ext>
            </a:extLst>
          </p:cNvPr>
          <p:cNvSpPr>
            <a:spLocks noChangeArrowheads="1"/>
          </p:cNvSpPr>
          <p:nvPr/>
        </p:nvSpPr>
        <p:spPr bwMode="auto">
          <a:xfrm>
            <a:off x="2779814" y="2924967"/>
            <a:ext cx="6426784" cy="653317"/>
          </a:xfrm>
          <a:prstGeom prst="roundRect">
            <a:avLst>
              <a:gd name="adj" fmla="val 787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263166" tIns="37131" rIns="74261" bIns="37131" anchor="t">
            <a:spAutoFit/>
          </a:bodyPr>
          <a:lstStyle>
            <a:lvl1pPr defTabSz="9588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588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5885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5885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5885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5885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spcAft>
                <a:spcPts val="975"/>
              </a:spcAft>
              <a:buNone/>
              <a:defRPr/>
            </a:pPr>
            <a:r>
              <a:rPr lang="en-US" altLang="id-ID" sz="3600" b="1" kern="1200">
                <a:solidFill>
                  <a:srgbClr val="000000"/>
                </a:solidFill>
                <a:latin typeface="Arial"/>
                <a:ea typeface="Calibri"/>
              </a:rPr>
              <a:t>TERIMA KASIH</a:t>
            </a:r>
            <a:endParaRPr lang="en-US" sz="4000"/>
          </a:p>
        </p:txBody>
      </p:sp>
    </p:spTree>
    <p:extLst>
      <p:ext uri="{BB962C8B-B14F-4D97-AF65-F5344CB8AC3E}">
        <p14:creationId xmlns:p14="http://schemas.microsoft.com/office/powerpoint/2010/main" val="292964440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b7ff77f-b841-4302-92b5-3e2fc713e336">
      <Terms xmlns="http://schemas.microsoft.com/office/infopath/2007/PartnerControls"/>
    </lcf76f155ced4ddcb4097134ff3c332f>
    <TaxCatchAll xmlns="81dc806d-dda1-4979-bc5d-3b012977f15b" xsi:nil="true"/>
    <SharedWithUsers xmlns="81dc806d-dda1-4979-bc5d-3b012977f15b">
      <UserInfo>
        <DisplayName>Sherli Pramudhita Hapsari</DisplayName>
        <AccountId>52</AccountId>
        <AccountType/>
      </UserInfo>
      <UserInfo>
        <DisplayName>Putri Intan Suri</DisplayName>
        <AccountId>467</AccountId>
        <AccountType/>
      </UserInfo>
      <UserInfo>
        <DisplayName>Meutiara Citra Agista</DisplayName>
        <AccountId>1767</AccountId>
        <AccountType/>
      </UserInfo>
      <UserInfo>
        <DisplayName>Lukman Fahdiyat</DisplayName>
        <AccountId>54</AccountId>
        <AccountType/>
      </UserInfo>
      <UserInfo>
        <DisplayName>Muhamad Galih Eldyawan</DisplayName>
        <AccountId>1548</AccountId>
        <AccountType/>
      </UserInfo>
      <UserInfo>
        <DisplayName>Tiasti Wening purwandari</DisplayName>
        <AccountId>1804</AccountId>
        <AccountType/>
      </UserInfo>
    </SharedWithUsers>
    <SendApproval xmlns="4b7ff77f-b841-4302-92b5-3e2fc713e336" xsi:nil="true"/>
    <Tanggal xmlns="4b7ff77f-b841-4302-92b5-3e2fc713e336" xsi:nil="true"/>
    <Bulan xmlns="4b7ff77f-b841-4302-92b5-3e2fc713e336" xsi:nil="true"/>
    <JudulRapat xmlns="4b7ff77f-b841-4302-92b5-3e2fc713e336" xsi:nil="true"/>
    <Tahun xmlns="4b7ff77f-b841-4302-92b5-3e2fc713e336" xsi:nil="true"/>
    <Hari xmlns="4b7ff77f-b841-4302-92b5-3e2fc713e336" xsi:nil="true"/>
    <JudulKegiatan xmlns="4b7ff77f-b841-4302-92b5-3e2fc713e336" xsi:nil="true"/>
    <ConverttoPDF xmlns="4b7ff77f-b841-4302-92b5-3e2fc713e336" xsi:nil="true"/>
    <Disposisi xmlns="4b7ff77f-b841-4302-92b5-3e2fc713e33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 ma:contentTypeID="0x010100EF24BE0E7F10094580D00240CB6BCBFE" ma:contentTypeVersion="25" ma:contentTypeDescription="Buat sebuah dokumen baru." ma:contentTypeScope="" ma:versionID="dacd17ebd8555451a35214c1f67fa507">
  <xsd:schema xmlns:xsd="http://www.w3.org/2001/XMLSchema" xmlns:xs="http://www.w3.org/2001/XMLSchema" xmlns:p="http://schemas.microsoft.com/office/2006/metadata/properties" xmlns:ns2="4b7ff77f-b841-4302-92b5-3e2fc713e336" xmlns:ns3="81dc806d-dda1-4979-bc5d-3b012977f15b" targetNamespace="http://schemas.microsoft.com/office/2006/metadata/properties" ma:root="true" ma:fieldsID="1940b6951df3815407c5a1aa798fbc68" ns2:_="" ns3:_="">
    <xsd:import namespace="4b7ff77f-b841-4302-92b5-3e2fc713e336"/>
    <xsd:import namespace="81dc806d-dda1-4979-bc5d-3b012977f15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MediaServiceLocation" minOccurs="0"/>
                <xsd:element ref="ns2:lcf76f155ced4ddcb4097134ff3c332f" minOccurs="0"/>
                <xsd:element ref="ns3:TaxCatchAll" minOccurs="0"/>
                <xsd:element ref="ns3:SharedWithUsers" minOccurs="0"/>
                <xsd:element ref="ns3:SharedWithDetails" minOccurs="0"/>
                <xsd:element ref="ns2:MediaServiceSearchProperties" minOccurs="0"/>
                <xsd:element ref="ns2:MediaServiceOCR" minOccurs="0"/>
                <xsd:element ref="ns2:JudulKegiatan" minOccurs="0"/>
                <xsd:element ref="ns2:JudulRapat" minOccurs="0"/>
                <xsd:element ref="ns2:Hari" minOccurs="0"/>
                <xsd:element ref="ns2:Tanggal" minOccurs="0"/>
                <xsd:element ref="ns2:Bulan" minOccurs="0"/>
                <xsd:element ref="ns2:Tahun" minOccurs="0"/>
                <xsd:element ref="ns2:ConverttoPDF" minOccurs="0"/>
                <xsd:element ref="ns2:SendApproval" minOccurs="0"/>
                <xsd:element ref="ns2:Disposisi"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7ff77f-b841-4302-92b5-3e2fc713e3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Tag Gambar" ma:readOnly="false" ma:fieldId="{5cf76f15-5ced-4ddc-b409-7134ff3c332f}" ma:taxonomyMulti="true" ma:sspId="e6e5fdbd-f22c-4953-aab7-1427a6960ba0" ma:termSetId="09814cd3-568e-fe90-9814-8d621ff8fb84" ma:anchorId="fba54fb3-c3e1-fe81-a776-ca4b69148c4d" ma:open="true" ma:isKeyword="false">
      <xsd:complexType>
        <xsd:sequence>
          <xsd:element ref="pc:Terms" minOccurs="0" maxOccurs="1"/>
        </xsd:sequence>
      </xsd:complex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JudulKegiatan" ma:index="23" nillable="true" ma:displayName="Judul Kegiatan" ma:format="Dropdown" ma:internalName="JudulKegiatan">
      <xsd:simpleType>
        <xsd:restriction base="dms:Text">
          <xsd:maxLength value="255"/>
        </xsd:restriction>
      </xsd:simpleType>
    </xsd:element>
    <xsd:element name="JudulRapat" ma:index="24" nillable="true" ma:displayName="Judul Rapat" ma:format="Dropdown" ma:internalName="JudulRapat">
      <xsd:simpleType>
        <xsd:restriction base="dms:Text">
          <xsd:maxLength value="255"/>
        </xsd:restriction>
      </xsd:simpleType>
    </xsd:element>
    <xsd:element name="Hari" ma:index="25" nillable="true" ma:displayName="Hari" ma:format="Dropdown" ma:internalName="Hari">
      <xsd:simpleType>
        <xsd:restriction base="dms:Text">
          <xsd:maxLength value="255"/>
        </xsd:restriction>
      </xsd:simpleType>
    </xsd:element>
    <xsd:element name="Tanggal" ma:index="26" nillable="true" ma:displayName="Tanggal" ma:format="Dropdown" ma:internalName="Tanggal">
      <xsd:simpleType>
        <xsd:restriction base="dms:Text">
          <xsd:maxLength value="255"/>
        </xsd:restriction>
      </xsd:simpleType>
    </xsd:element>
    <xsd:element name="Bulan" ma:index="27" nillable="true" ma:displayName="Bulan" ma:format="Dropdown" ma:internalName="Bulan">
      <xsd:simpleType>
        <xsd:restriction base="dms:Text">
          <xsd:maxLength value="255"/>
        </xsd:restriction>
      </xsd:simpleType>
    </xsd:element>
    <xsd:element name="Tahun" ma:index="28" nillable="true" ma:displayName="Tahun" ma:format="Dropdown" ma:internalName="Tahun">
      <xsd:simpleType>
        <xsd:restriction base="dms:Text">
          <xsd:maxLength value="255"/>
        </xsd:restriction>
      </xsd:simpleType>
    </xsd:element>
    <xsd:element name="ConverttoPDF" ma:index="29" nillable="true" ma:displayName="Convert to PDF" ma:format="Dropdown" ma:internalName="ConverttoPDF">
      <xsd:simpleType>
        <xsd:restriction base="dms:Text">
          <xsd:maxLength value="255"/>
        </xsd:restriction>
      </xsd:simpleType>
    </xsd:element>
    <xsd:element name="SendApproval" ma:index="30" nillable="true" ma:displayName="Send Approval" ma:format="Dropdown" ma:internalName="SendApproval">
      <xsd:simpleType>
        <xsd:restriction base="dms:Text">
          <xsd:maxLength value="255"/>
        </xsd:restriction>
      </xsd:simpleType>
    </xsd:element>
    <xsd:element name="Disposisi" ma:index="31" nillable="true" ma:displayName="Disposisi" ma:format="Dropdown" ma:internalName="Disposisi">
      <xsd:simpleType>
        <xsd:restriction base="dms:Text">
          <xsd:maxLength value="255"/>
        </xsd:restriction>
      </xsd:simpleType>
    </xsd:element>
    <xsd:element name="MediaServiceBillingMetadata" ma:index="3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1dc806d-dda1-4979-bc5d-3b012977f15b"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00a628a-3bd7-4075-bea9-da9410d94fea}" ma:internalName="TaxCatchAll" ma:showField="CatchAllData" ma:web="81dc806d-dda1-4979-bc5d-3b012977f15b">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Dibagikan Denga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ibagikan Dengan Detail"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e Isi"/>
        <xsd:element ref="dc:title" minOccurs="0" maxOccurs="1" ma:index="4" ma:displayName="Judu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2FEE4D-EECB-41E7-986D-0B8E08E3A7FF}">
  <ds:schemaRefs>
    <ds:schemaRef ds:uri="http://schemas.microsoft.com/sharepoint/v3/contenttype/forms"/>
  </ds:schemaRefs>
</ds:datastoreItem>
</file>

<file path=customXml/itemProps2.xml><?xml version="1.0" encoding="utf-8"?>
<ds:datastoreItem xmlns:ds="http://schemas.openxmlformats.org/officeDocument/2006/customXml" ds:itemID="{D5A5FD72-4C8E-42B2-B8AE-67DDC7EEBC23}">
  <ds:schemaRefs>
    <ds:schemaRef ds:uri="4b7ff77f-b841-4302-92b5-3e2fc713e336"/>
    <ds:schemaRef ds:uri="81dc806d-dda1-4979-bc5d-3b012977f1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4C67495-F0DF-4E68-9631-29B56C817A52}">
  <ds:schemaRefs>
    <ds:schemaRef ds:uri="4b7ff77f-b841-4302-92b5-3e2fc713e336"/>
    <ds:schemaRef ds:uri="81dc806d-dda1-4979-bc5d-3b012977f15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112</TotalTime>
  <Words>517</Words>
  <Application>Microsoft Office PowerPoint</Application>
  <PresentationFormat>Widescreen</PresentationFormat>
  <Paragraphs>105</Paragraphs>
  <Slides>8</Slides>
  <Notes>7</Notes>
  <HiddenSlides>0</HiddenSlides>
  <MMClips>0</MMClips>
  <ScaleCrop>false</ScaleCrop>
  <HeadingPairs>
    <vt:vector size="8" baseType="variant">
      <vt:variant>
        <vt:lpstr>Fonts Used</vt:lpstr>
      </vt:variant>
      <vt:variant>
        <vt:i4>10</vt:i4>
      </vt:variant>
      <vt:variant>
        <vt:lpstr>Theme</vt:lpstr>
      </vt:variant>
      <vt:variant>
        <vt:i4>2</vt:i4>
      </vt:variant>
      <vt:variant>
        <vt:lpstr>Links</vt:lpstr>
      </vt:variant>
      <vt:variant>
        <vt:i4>1</vt:i4>
      </vt:variant>
      <vt:variant>
        <vt:lpstr>Slide Titles</vt:lpstr>
      </vt:variant>
      <vt:variant>
        <vt:i4>8</vt:i4>
      </vt:variant>
    </vt:vector>
  </HeadingPairs>
  <TitlesOfParts>
    <vt:vector size="21" baseType="lpstr">
      <vt:lpstr>Century Gothic</vt:lpstr>
      <vt:lpstr>Oswald</vt:lpstr>
      <vt:lpstr>Aptos Display</vt:lpstr>
      <vt:lpstr>Arial</vt:lpstr>
      <vt:lpstr>Tahoma</vt:lpstr>
      <vt:lpstr>Neue Haas Grotesk Text Pro</vt:lpstr>
      <vt:lpstr>Aptos</vt:lpstr>
      <vt:lpstr>Montserrat ExtraBold</vt:lpstr>
      <vt:lpstr>Myriad Pro SemiExt</vt:lpstr>
      <vt:lpstr>Calibri</vt:lpstr>
      <vt:lpstr>Simple Light</vt:lpstr>
      <vt:lpstr>office theme</vt:lpstr>
      <vt:lpstr>https://puprtes-my.sharepoint.com/personal/teuku_zaqirul_pu_go_id/Documents/SUBDIT%20WILAYAH%202%20BPB/05.%20Gorontalo/02.%20Pembangunan%20Kantor%20Bupati%20Pohuwato/G.%20Kronologis/Kronologis%20-%20Pembangunan%20Kantor%20Bupati%20Pohuwato.xlsx!Kronologis!Print_Area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Teuku Zaqirul Haq</cp:lastModifiedBy>
  <cp:revision>4</cp:revision>
  <cp:lastPrinted>2026-07-21T07:08:23Z</cp:lastPrinted>
  <dcterms:modified xsi:type="dcterms:W3CDTF">2026-08-19T09:07:54Z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0x010100EF24BE0E7F10094580D00240CB6BCBFE</vt:lpwstr>
  </property>
  <property fmtid="{D5CDD505-2E9C-101B-9397-08002B2CF9AE}" pid="3" name="MediaServiceImageTags">
    <vt:lpwstr/>
  </property>
</Properties>
</file>